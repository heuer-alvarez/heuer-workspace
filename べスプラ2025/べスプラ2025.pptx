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12" r:id="rId4"/>
    <p:sldMasterId id="2147483657" r:id="rId5"/>
    <p:sldMasterId id="2147483721" r:id="rId6"/>
    <p:sldMasterId id="2147483703" r:id="rId7"/>
  </p:sldMasterIdLst>
  <p:notesMasterIdLst>
    <p:notesMasterId r:id="rId16"/>
  </p:notesMasterIdLst>
  <p:handoutMasterIdLst>
    <p:handoutMasterId r:id="rId17"/>
  </p:handoutMasterIdLst>
  <p:sldIdLst>
    <p:sldId id="256" r:id="rId8"/>
    <p:sldId id="323" r:id="rId9"/>
    <p:sldId id="324" r:id="rId10"/>
    <p:sldId id="325" r:id="rId11"/>
    <p:sldId id="326" r:id="rId12"/>
    <p:sldId id="327" r:id="rId13"/>
    <p:sldId id="328" r:id="rId14"/>
    <p:sldId id="329" r:id="rId15"/>
  </p:sldIdLst>
  <p:sldSz cx="12192000" cy="6858000"/>
  <p:notesSz cx="6735763" cy="9866313"/>
  <p:kinsoku lang="ja-JP" invalStChars="、。，．・：；？！゛゜ヽヾゝゞ々ー’”）〕］｝〉》」』】°‰′″℃￠％ぁぃぅぇぉっゃゅょゎァィゥェォッャュョヮヵヶ!%),.:;?]}｡｣､･ｧｨｩｪｫｬｭｮｯｰﾞﾟ" invalEndChars="‘“（〔［｛〈《「『【￥＄$([\{｢￡"/>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7" userDrawn="1">
          <p15:clr>
            <a:srgbClr val="A4A3A4"/>
          </p15:clr>
        </p15:guide>
        <p15:guide id="2" orient="horz" pos="73" userDrawn="1">
          <p15:clr>
            <a:srgbClr val="A4A3A4"/>
          </p15:clr>
        </p15:guide>
        <p15:guide id="3" orient="horz" pos="4064" userDrawn="1">
          <p15:clr>
            <a:srgbClr val="A4A3A4"/>
          </p15:clr>
        </p15:guide>
        <p15:guide id="4" pos="3840" userDrawn="1">
          <p15:clr>
            <a:srgbClr val="A4A3A4"/>
          </p15:clr>
        </p15:guide>
        <p15:guide id="5" pos="151" userDrawn="1">
          <p15:clr>
            <a:srgbClr val="A4A3A4"/>
          </p15:clr>
        </p15:guide>
        <p15:guide id="6" pos="7529" userDrawn="1">
          <p15:clr>
            <a:srgbClr val="A4A3A4"/>
          </p15:clr>
        </p15:guide>
      </p15:sldGuideLst>
    </p:ext>
    <p:ext uri="{2D200454-40CA-4A62-9FC3-DE9A4176ACB9}">
      <p15:notesGuideLst xmlns:p15="http://schemas.microsoft.com/office/powerpoint/2012/main">
        <p15:guide id="1" orient="horz" pos="3107" userDrawn="1">
          <p15:clr>
            <a:srgbClr val="A4A3A4"/>
          </p15:clr>
        </p15:guide>
        <p15:guide id="2" pos="212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132"/>
    <a:srgbClr val="E74444"/>
    <a:srgbClr val="4B4B4B"/>
    <a:srgbClr val="404040"/>
    <a:srgbClr val="FF3334"/>
    <a:srgbClr val="99CCFF"/>
    <a:srgbClr val="FF6699"/>
    <a:srgbClr val="FFFF99"/>
    <a:srgbClr val="002B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455" autoAdjust="0"/>
  </p:normalViewPr>
  <p:slideViewPr>
    <p:cSldViewPr snapToGrid="0">
      <p:cViewPr varScale="1">
        <p:scale>
          <a:sx n="81" d="100"/>
          <a:sy n="81" d="100"/>
        </p:scale>
        <p:origin x="706" y="67"/>
      </p:cViewPr>
      <p:guideLst>
        <p:guide orient="horz" pos="527"/>
        <p:guide orient="horz" pos="73"/>
        <p:guide orient="horz" pos="4064"/>
        <p:guide pos="3840"/>
        <p:guide pos="151"/>
        <p:guide pos="7529"/>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07"/>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3" y="1"/>
            <a:ext cx="2918831" cy="493316"/>
          </a:xfrm>
          <a:prstGeom prst="rect">
            <a:avLst/>
          </a:prstGeom>
        </p:spPr>
        <p:txBody>
          <a:bodyPr vert="horz" lIns="91412" tIns="45707" rIns="91412" bIns="45707" rtlCol="0"/>
          <a:lstStyle>
            <a:lvl1pPr algn="l">
              <a:defRPr sz="1200"/>
            </a:lvl1pPr>
          </a:lstStyle>
          <a:p>
            <a:endParaRPr kumimoji="1" lang="ja-JP" altLang="en-US">
              <a:ea typeface="メイリオ" panose="020B0604030504040204" pitchFamily="50" charset="-128"/>
            </a:endParaRPr>
          </a:p>
        </p:txBody>
      </p:sp>
      <p:sp>
        <p:nvSpPr>
          <p:cNvPr id="3" name="日付プレースホルダー 2"/>
          <p:cNvSpPr>
            <a:spLocks noGrp="1"/>
          </p:cNvSpPr>
          <p:nvPr>
            <p:ph type="dt" sz="quarter" idx="1"/>
          </p:nvPr>
        </p:nvSpPr>
        <p:spPr>
          <a:xfrm>
            <a:off x="3815376" y="1"/>
            <a:ext cx="2918831" cy="493316"/>
          </a:xfrm>
          <a:prstGeom prst="rect">
            <a:avLst/>
          </a:prstGeom>
        </p:spPr>
        <p:txBody>
          <a:bodyPr vert="horz" lIns="91412" tIns="45707" rIns="91412" bIns="45707" rtlCol="0"/>
          <a:lstStyle>
            <a:lvl1pPr algn="r">
              <a:defRPr sz="1200"/>
            </a:lvl1pPr>
          </a:lstStyle>
          <a:p>
            <a:fld id="{D829EBEE-5DBD-45D0-BA62-80122688BEB8}" type="datetimeFigureOut">
              <a:rPr kumimoji="1" lang="ja-JP" altLang="en-US" smtClean="0">
                <a:ea typeface="メイリオ" panose="020B0604030504040204" pitchFamily="50" charset="-128"/>
              </a:rPr>
              <a:t>2026/2/5</a:t>
            </a:fld>
            <a:endParaRPr kumimoji="1" lang="ja-JP" altLang="en-US">
              <a:ea typeface="メイリオ" panose="020B0604030504040204" pitchFamily="50" charset="-128"/>
            </a:endParaRPr>
          </a:p>
        </p:txBody>
      </p:sp>
      <p:sp>
        <p:nvSpPr>
          <p:cNvPr id="4" name="フッター プレースホルダー 3"/>
          <p:cNvSpPr>
            <a:spLocks noGrp="1"/>
          </p:cNvSpPr>
          <p:nvPr>
            <p:ph type="ftr" sz="quarter" idx="2"/>
          </p:nvPr>
        </p:nvSpPr>
        <p:spPr>
          <a:xfrm>
            <a:off x="3" y="9371286"/>
            <a:ext cx="2918831" cy="493316"/>
          </a:xfrm>
          <a:prstGeom prst="rect">
            <a:avLst/>
          </a:prstGeom>
        </p:spPr>
        <p:txBody>
          <a:bodyPr vert="horz" lIns="91412" tIns="45707" rIns="91412" bIns="45707" rtlCol="0" anchor="b"/>
          <a:lstStyle>
            <a:lvl1pPr algn="l">
              <a:defRPr sz="1200"/>
            </a:lvl1pPr>
          </a:lstStyle>
          <a:p>
            <a:endParaRPr kumimoji="1" lang="ja-JP" altLang="en-US">
              <a:ea typeface="メイリオ" panose="020B0604030504040204" pitchFamily="50" charset="-128"/>
            </a:endParaRPr>
          </a:p>
        </p:txBody>
      </p:sp>
      <p:sp>
        <p:nvSpPr>
          <p:cNvPr id="5" name="スライド番号プレースホルダー 4"/>
          <p:cNvSpPr>
            <a:spLocks noGrp="1"/>
          </p:cNvSpPr>
          <p:nvPr>
            <p:ph type="sldNum" sz="quarter" idx="3"/>
          </p:nvPr>
        </p:nvSpPr>
        <p:spPr>
          <a:xfrm>
            <a:off x="3815376" y="9371286"/>
            <a:ext cx="2918831" cy="493316"/>
          </a:xfrm>
          <a:prstGeom prst="rect">
            <a:avLst/>
          </a:prstGeom>
        </p:spPr>
        <p:txBody>
          <a:bodyPr vert="horz" lIns="91412" tIns="45707" rIns="91412" bIns="45707" rtlCol="0" anchor="b"/>
          <a:lstStyle>
            <a:lvl1pPr algn="r">
              <a:defRPr sz="1200"/>
            </a:lvl1pPr>
          </a:lstStyle>
          <a:p>
            <a:fld id="{6322DB22-2E22-491B-AA6C-F689DB200DBB}" type="slidenum">
              <a:rPr kumimoji="1" lang="ja-JP" altLang="en-US" smtClean="0">
                <a:ea typeface="メイリオ" panose="020B0604030504040204" pitchFamily="50" charset="-128"/>
              </a:rPr>
              <a:t>‹#›</a:t>
            </a:fld>
            <a:endParaRPr kumimoji="1" lang="ja-JP" altLang="en-US">
              <a:ea typeface="メイリオ" panose="020B0604030504040204" pitchFamily="50" charset="-128"/>
            </a:endParaRPr>
          </a:p>
        </p:txBody>
      </p:sp>
    </p:spTree>
    <p:extLst>
      <p:ext uri="{BB962C8B-B14F-4D97-AF65-F5344CB8AC3E}">
        <p14:creationId xmlns:p14="http://schemas.microsoft.com/office/powerpoint/2010/main" val="163105054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idx="1"/>
          </p:nvPr>
        </p:nvSpPr>
        <p:spPr>
          <a:xfrm>
            <a:off x="3815376" y="1"/>
            <a:ext cx="2918831" cy="285884"/>
          </a:xfrm>
          <a:prstGeom prst="rect">
            <a:avLst/>
          </a:prstGeom>
        </p:spPr>
        <p:txBody>
          <a:bodyPr vert="horz" lIns="91412" tIns="45707" rIns="91412" bIns="45707" rtlCol="0"/>
          <a:lstStyle>
            <a:lvl1pPr algn="r">
              <a:defRPr sz="1000">
                <a:ea typeface="メイリオ" panose="020B0604030504040204" pitchFamily="50" charset="-128"/>
              </a:defRPr>
            </a:lvl1pPr>
          </a:lstStyle>
          <a:p>
            <a:fld id="{4B26993D-C081-44EB-B0F5-A9F467792B62}" type="datetimeFigureOut">
              <a:rPr lang="ja-JP" altLang="en-US" smtClean="0"/>
              <a:pPr/>
              <a:t>2026/2/5</a:t>
            </a:fld>
            <a:endParaRPr lang="ja-JP" altLang="en-US"/>
          </a:p>
        </p:txBody>
      </p:sp>
      <p:sp>
        <p:nvSpPr>
          <p:cNvPr id="7" name="スライド番号プレースホルダー 6"/>
          <p:cNvSpPr>
            <a:spLocks noGrp="1"/>
          </p:cNvSpPr>
          <p:nvPr>
            <p:ph type="sldNum" sz="quarter" idx="5"/>
          </p:nvPr>
        </p:nvSpPr>
        <p:spPr>
          <a:xfrm>
            <a:off x="3815376" y="9581235"/>
            <a:ext cx="2918831" cy="285884"/>
          </a:xfrm>
          <a:prstGeom prst="rect">
            <a:avLst/>
          </a:prstGeom>
        </p:spPr>
        <p:txBody>
          <a:bodyPr vert="horz" lIns="91412" tIns="45707" rIns="91412" bIns="45707" rtlCol="0" anchor="b"/>
          <a:lstStyle>
            <a:lvl1pPr algn="r">
              <a:defRPr sz="1000">
                <a:ea typeface="メイリオ" panose="020B0604030504040204" pitchFamily="50" charset="-128"/>
              </a:defRPr>
            </a:lvl1pPr>
          </a:lstStyle>
          <a:p>
            <a:fld id="{CFBBA293-708C-4261-9FD1-AE04041D5F79}" type="slidenum">
              <a:rPr lang="ja-JP" altLang="en-US" smtClean="0"/>
              <a:pPr/>
              <a:t>‹#›</a:t>
            </a:fld>
            <a:endParaRPr lang="ja-JP" altLang="en-US"/>
          </a:p>
        </p:txBody>
      </p:sp>
      <p:sp>
        <p:nvSpPr>
          <p:cNvPr id="8" name="スライド イメージ プレースホルダー 7"/>
          <p:cNvSpPr>
            <a:spLocks noGrp="1" noRot="1" noChangeAspect="1"/>
          </p:cNvSpPr>
          <p:nvPr>
            <p:ph type="sldImg" idx="2"/>
          </p:nvPr>
        </p:nvSpPr>
        <p:spPr>
          <a:xfrm>
            <a:off x="80963" y="428625"/>
            <a:ext cx="6573837" cy="3698875"/>
          </a:xfrm>
          <a:prstGeom prst="rect">
            <a:avLst/>
          </a:prstGeom>
          <a:noFill/>
          <a:ln w="12700">
            <a:solidFill>
              <a:prstClr val="black"/>
            </a:solidFill>
          </a:ln>
        </p:spPr>
        <p:txBody>
          <a:bodyPr vert="horz" lIns="90632" tIns="45314" rIns="90632" bIns="45314" rtlCol="0" anchor="ctr"/>
          <a:lstStyle/>
          <a:p>
            <a:endParaRPr lang="ja-JP" altLang="en-US"/>
          </a:p>
        </p:txBody>
      </p:sp>
      <p:sp>
        <p:nvSpPr>
          <p:cNvPr id="9" name="ノート プレースホルダー 8"/>
          <p:cNvSpPr>
            <a:spLocks noGrp="1"/>
          </p:cNvSpPr>
          <p:nvPr>
            <p:ph type="body" sz="quarter" idx="3"/>
          </p:nvPr>
        </p:nvSpPr>
        <p:spPr>
          <a:xfrm>
            <a:off x="90639" y="4288261"/>
            <a:ext cx="6554486" cy="5181648"/>
          </a:xfrm>
          <a:prstGeom prst="rect">
            <a:avLst/>
          </a:prstGeom>
        </p:spPr>
        <p:txBody>
          <a:bodyPr vert="horz" lIns="0" tIns="45314" rIns="0" bIns="45314" rtlCol="0"/>
          <a:lstStyle/>
          <a:p>
            <a:pPr lvl="0"/>
            <a:r>
              <a:rPr kumimoji="1" lang="ja-JP" altLang="en-US"/>
              <a:t>マスター テキストの書式設定</a:t>
            </a:r>
          </a:p>
        </p:txBody>
      </p:sp>
    </p:spTree>
    <p:extLst>
      <p:ext uri="{BB962C8B-B14F-4D97-AF65-F5344CB8AC3E}">
        <p14:creationId xmlns:p14="http://schemas.microsoft.com/office/powerpoint/2010/main" val="45250295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100" kern="1200">
        <a:solidFill>
          <a:schemeClr val="tx1"/>
        </a:solidFill>
        <a:latin typeface="+mn-lt"/>
        <a:ea typeface="メイリオ" panose="020B0604030504040204" pitchFamily="50" charset="-128"/>
        <a:cs typeface="+mn-cs"/>
      </a:defRPr>
    </a:lvl1pPr>
    <a:lvl2pPr marL="457200" algn="l" defTabSz="914400" rtl="0" eaLnBrk="1" latinLnBrk="0" hangingPunct="1">
      <a:defRPr kumimoji="1" sz="800" kern="1200">
        <a:solidFill>
          <a:schemeClr val="tx1"/>
        </a:solidFill>
        <a:latin typeface="+mn-lt"/>
        <a:ea typeface="メイリオ" panose="020B0604030504040204" pitchFamily="50" charset="-128"/>
        <a:cs typeface="+mn-cs"/>
      </a:defRPr>
    </a:lvl2pPr>
    <a:lvl3pPr marL="914400" algn="l" defTabSz="914400" rtl="0" eaLnBrk="1" latinLnBrk="0" hangingPunct="1">
      <a:defRPr kumimoji="1" sz="800" kern="1200">
        <a:solidFill>
          <a:schemeClr val="tx1"/>
        </a:solidFill>
        <a:latin typeface="+mn-lt"/>
        <a:ea typeface="メイリオ" panose="020B0604030504040204" pitchFamily="50" charset="-128"/>
        <a:cs typeface="+mn-cs"/>
      </a:defRPr>
    </a:lvl3pPr>
    <a:lvl4pPr marL="1371600" algn="l" defTabSz="914400" rtl="0" eaLnBrk="1" latinLnBrk="0" hangingPunct="1">
      <a:defRPr kumimoji="1" sz="800" kern="1200">
        <a:solidFill>
          <a:schemeClr val="tx1"/>
        </a:solidFill>
        <a:latin typeface="+mn-lt"/>
        <a:ea typeface="メイリオ" panose="020B0604030504040204" pitchFamily="50" charset="-128"/>
        <a:cs typeface="+mn-cs"/>
      </a:defRPr>
    </a:lvl4pPr>
    <a:lvl5pPr marL="1828800" algn="l" defTabSz="914400" rtl="0" eaLnBrk="1" latinLnBrk="0" hangingPunct="1">
      <a:defRPr kumimoji="1" sz="800" kern="1200">
        <a:solidFill>
          <a:schemeClr val="tx1"/>
        </a:solidFill>
        <a:latin typeface="+mn-lt"/>
        <a:ea typeface="メイリオ" panose="020B060403050404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これから</a:t>
            </a:r>
            <a:r>
              <a:rPr kumimoji="1" lang="en-US" altLang="ja-JP" dirty="0"/>
              <a:t>OOCSS</a:t>
            </a:r>
            <a:r>
              <a:rPr kumimoji="1" lang="ja-JP" altLang="en-US" dirty="0"/>
              <a:t>の発表を行います。</a:t>
            </a:r>
          </a:p>
          <a:p>
            <a:r>
              <a:rPr kumimoji="1" lang="ja-JP" altLang="en-US" dirty="0"/>
              <a:t>よろしくお願いいたします。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CFBBA293-708C-4261-9FD1-AE04041D5F79}" type="slidenum">
              <a:rPr lang="ja-JP" altLang="en-US" smtClean="0"/>
              <a:pPr/>
              <a:t>1</a:t>
            </a:fld>
            <a:endParaRPr lang="ja-JP" altLang="en-US"/>
          </a:p>
        </p:txBody>
      </p:sp>
    </p:spTree>
    <p:extLst>
      <p:ext uri="{BB962C8B-B14F-4D97-AF65-F5344CB8AC3E}">
        <p14:creationId xmlns:p14="http://schemas.microsoft.com/office/powerpoint/2010/main" val="3372756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FBBA293-708C-4261-9FD1-AE04041D5F79}" type="slidenum">
              <a:rPr lang="ja-JP" altLang="en-US" smtClean="0"/>
              <a:pPr/>
              <a:t>2</a:t>
            </a:fld>
            <a:endParaRPr lang="ja-JP" altLang="en-US"/>
          </a:p>
        </p:txBody>
      </p:sp>
    </p:spTree>
    <p:extLst>
      <p:ext uri="{BB962C8B-B14F-4D97-AF65-F5344CB8AC3E}">
        <p14:creationId xmlns:p14="http://schemas.microsoft.com/office/powerpoint/2010/main" val="1471747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HTML/CSS</a:t>
            </a:r>
            <a:r>
              <a:rPr kumimoji="1" lang="ja-JP" altLang="en-US" dirty="0"/>
              <a:t>は自信が持てた、この自信を維持し</a:t>
            </a:r>
            <a:r>
              <a:rPr kumimoji="1" lang="en-US" altLang="ja-JP" dirty="0"/>
              <a:t>JavaScript</a:t>
            </a:r>
            <a:r>
              <a:rPr kumimoji="1" lang="ja-JP" altLang="en-US" dirty="0"/>
              <a:t>での学習も試みたが、思うように進まずうまくいかなかった。</a:t>
            </a:r>
          </a:p>
        </p:txBody>
      </p:sp>
      <p:sp>
        <p:nvSpPr>
          <p:cNvPr id="4" name="スライド番号プレースホルダー 3"/>
          <p:cNvSpPr>
            <a:spLocks noGrp="1"/>
          </p:cNvSpPr>
          <p:nvPr>
            <p:ph type="sldNum" sz="quarter" idx="5"/>
          </p:nvPr>
        </p:nvSpPr>
        <p:spPr/>
        <p:txBody>
          <a:bodyPr/>
          <a:lstStyle/>
          <a:p>
            <a:fld id="{CFBBA293-708C-4261-9FD1-AE04041D5F79}" type="slidenum">
              <a:rPr lang="ja-JP" altLang="en-US" smtClean="0"/>
              <a:pPr/>
              <a:t>4</a:t>
            </a:fld>
            <a:endParaRPr lang="ja-JP" altLang="en-US"/>
          </a:p>
        </p:txBody>
      </p:sp>
    </p:spTree>
    <p:extLst>
      <p:ext uri="{BB962C8B-B14F-4D97-AF65-F5344CB8AC3E}">
        <p14:creationId xmlns:p14="http://schemas.microsoft.com/office/powerpoint/2010/main" val="3702123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FBBA293-708C-4261-9FD1-AE04041D5F79}" type="slidenum">
              <a:rPr lang="ja-JP" altLang="en-US" smtClean="0"/>
              <a:pPr/>
              <a:t>6</a:t>
            </a:fld>
            <a:endParaRPr lang="ja-JP" altLang="en-US"/>
          </a:p>
        </p:txBody>
      </p:sp>
    </p:spTree>
    <p:extLst>
      <p:ext uri="{BB962C8B-B14F-4D97-AF65-F5344CB8AC3E}">
        <p14:creationId xmlns:p14="http://schemas.microsoft.com/office/powerpoint/2010/main" val="2784592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FBBA293-708C-4261-9FD1-AE04041D5F79}" type="slidenum">
              <a:rPr lang="ja-JP" altLang="en-US" smtClean="0"/>
              <a:pPr/>
              <a:t>7</a:t>
            </a:fld>
            <a:endParaRPr lang="ja-JP" altLang="en-US"/>
          </a:p>
        </p:txBody>
      </p:sp>
    </p:spTree>
    <p:extLst>
      <p:ext uri="{BB962C8B-B14F-4D97-AF65-F5344CB8AC3E}">
        <p14:creationId xmlns:p14="http://schemas.microsoft.com/office/powerpoint/2010/main" val="3597702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&gt; </a:t>
            </a:r>
            <a:r>
              <a:rPr kumimoji="1" lang="ja-JP" altLang="en-US" dirty="0"/>
              <a:t>今後は、</a:t>
            </a:r>
          </a:p>
          <a:p>
            <a:r>
              <a:rPr kumimoji="1" lang="en-US" altLang="ja-JP" dirty="0"/>
              <a:t>&gt; </a:t>
            </a:r>
            <a:r>
              <a:rPr kumimoji="1" lang="ja-JP" altLang="en-US" dirty="0"/>
              <a:t>開発理解を深めるために</a:t>
            </a:r>
          </a:p>
          <a:p>
            <a:r>
              <a:rPr kumimoji="1" lang="en-US" altLang="ja-JP" dirty="0"/>
              <a:t>&gt; </a:t>
            </a:r>
            <a:r>
              <a:rPr kumimoji="1" lang="ja-JP" altLang="en-US" dirty="0"/>
              <a:t>基本情報技術者試験に挑戦します。</a:t>
            </a:r>
          </a:p>
          <a:p>
            <a:r>
              <a:rPr kumimoji="1" lang="en-US" altLang="ja-JP" dirty="0"/>
              <a:t>&gt;</a:t>
            </a:r>
          </a:p>
          <a:p>
            <a:r>
              <a:rPr kumimoji="1" lang="en-US" altLang="ja-JP" dirty="0"/>
              <a:t>&gt; </a:t>
            </a:r>
            <a:r>
              <a:rPr kumimoji="1" lang="ja-JP" altLang="en-US" dirty="0"/>
              <a:t>また、現在参画している</a:t>
            </a:r>
            <a:r>
              <a:rPr kumimoji="1" lang="en-US" altLang="ja-JP" dirty="0"/>
              <a:t>PRJ</a:t>
            </a:r>
            <a:r>
              <a:rPr kumimoji="1" lang="ja-JP" altLang="en-US" dirty="0"/>
              <a:t>では、</a:t>
            </a:r>
          </a:p>
          <a:p>
            <a:r>
              <a:rPr kumimoji="1" lang="en-US" altLang="ja-JP" dirty="0"/>
              <a:t>&gt; </a:t>
            </a:r>
            <a:r>
              <a:rPr kumimoji="1" lang="ja-JP" altLang="en-US" dirty="0"/>
              <a:t>プログラム製造から単体・結合テストまで</a:t>
            </a:r>
          </a:p>
          <a:p>
            <a:r>
              <a:rPr kumimoji="1" lang="en-US" altLang="ja-JP" dirty="0"/>
              <a:t>&gt; </a:t>
            </a:r>
            <a:r>
              <a:rPr kumimoji="1" lang="ja-JP" altLang="en-US" dirty="0"/>
              <a:t>最初から最後まで関わることを目標にしています。</a:t>
            </a:r>
          </a:p>
          <a:p>
            <a:r>
              <a:rPr kumimoji="1" lang="en-US" altLang="ja-JP" dirty="0"/>
              <a:t>&gt;</a:t>
            </a:r>
          </a:p>
          <a:p>
            <a:r>
              <a:rPr kumimoji="1" lang="en-US" altLang="ja-JP" dirty="0"/>
              <a:t>&gt; </a:t>
            </a:r>
            <a:r>
              <a:rPr kumimoji="1" lang="ja-JP" altLang="en-US" dirty="0"/>
              <a:t>これをきっかけに、</a:t>
            </a:r>
          </a:p>
          <a:p>
            <a:r>
              <a:rPr kumimoji="1" lang="en-US" altLang="ja-JP" dirty="0"/>
              <a:t>&gt; </a:t>
            </a:r>
            <a:r>
              <a:rPr kumimoji="1" lang="ja-JP" altLang="en-US" dirty="0"/>
              <a:t>設計から製造・テストまで関われるエンジニアとして</a:t>
            </a:r>
            <a:br>
              <a:rPr kumimoji="1" lang="en-US" altLang="ja-JP" dirty="0"/>
            </a:br>
            <a:r>
              <a:rPr kumimoji="1" lang="ja-JP" altLang="en-US"/>
              <a:t>成長していきたいと考えています。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CFBBA293-708C-4261-9FD1-AE04041D5F79}" type="slidenum">
              <a:rPr lang="ja-JP" altLang="en-US" smtClean="0"/>
              <a:pPr/>
              <a:t>8</a:t>
            </a:fld>
            <a:endParaRPr lang="ja-JP" altLang="en-US"/>
          </a:p>
        </p:txBody>
      </p:sp>
    </p:spTree>
    <p:extLst>
      <p:ext uri="{BB962C8B-B14F-4D97-AF65-F5344CB8AC3E}">
        <p14:creationId xmlns:p14="http://schemas.microsoft.com/office/powerpoint/2010/main" val="21326913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E51D703-5CE6-4766-9570-70772CCE6749}"/>
              </a:ext>
            </a:extLst>
          </p:cNvPr>
          <p:cNvSpPr/>
          <p:nvPr userDrawn="1"/>
        </p:nvSpPr>
        <p:spPr bwMode="auto">
          <a:xfrm>
            <a:off x="0" y="3562350"/>
            <a:ext cx="12192000" cy="3295650"/>
          </a:xfrm>
          <a:prstGeom prst="rect">
            <a:avLst/>
          </a:prstGeom>
          <a:solidFill>
            <a:srgbClr val="E74444"/>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solidFill>
                <a:schemeClr val="bg1"/>
              </a:solidFill>
              <a:latin typeface="+mj-ea"/>
              <a:ea typeface="+mj-ea"/>
            </a:endParaRPr>
          </a:p>
        </p:txBody>
      </p:sp>
      <p:sp>
        <p:nvSpPr>
          <p:cNvPr id="4" name="タイトル"/>
          <p:cNvSpPr>
            <a:spLocks noGrp="1"/>
          </p:cNvSpPr>
          <p:nvPr>
            <p:ph type="title" hasCustomPrompt="1"/>
          </p:nvPr>
        </p:nvSpPr>
        <p:spPr bwMode="gray">
          <a:xfrm>
            <a:off x="239351" y="2567516"/>
            <a:ext cx="11712000" cy="528794"/>
          </a:xfrm>
        </p:spPr>
        <p:txBody>
          <a:bodyPr anchor="b" anchorCtr="0">
            <a:spAutoFit/>
          </a:bodyPr>
          <a:lstStyle>
            <a:lvl1pPr>
              <a:defRPr sz="3200">
                <a:solidFill>
                  <a:srgbClr val="4B4B4B"/>
                </a:solidFill>
                <a:effectLst/>
              </a:defRPr>
            </a:lvl1pPr>
          </a:lstStyle>
          <a:p>
            <a:r>
              <a:rPr kumimoji="1" lang="ja-JP" altLang="en-US"/>
              <a:t>タイトルを入力</a:t>
            </a:r>
          </a:p>
        </p:txBody>
      </p:sp>
      <p:sp>
        <p:nvSpPr>
          <p:cNvPr id="6" name="テキスト プレースホルダー"/>
          <p:cNvSpPr>
            <a:spLocks noGrp="1"/>
          </p:cNvSpPr>
          <p:nvPr>
            <p:ph type="body" sz="quarter" idx="11" hasCustomPrompt="1"/>
          </p:nvPr>
        </p:nvSpPr>
        <p:spPr>
          <a:xfrm>
            <a:off x="239352" y="1207923"/>
            <a:ext cx="7787049" cy="360000"/>
          </a:xfrm>
        </p:spPr>
        <p:txBody>
          <a:bodyPr>
            <a:noAutofit/>
          </a:bodyPr>
          <a:lstStyle>
            <a:lvl1pPr marL="0" indent="0">
              <a:buNone/>
              <a:defRPr sz="2400" b="1">
                <a:solidFill>
                  <a:srgbClr val="4B4B4B"/>
                </a:solidFill>
              </a:defRPr>
            </a:lvl1pPr>
          </a:lstStyle>
          <a:p>
            <a:r>
              <a:rPr lang="ja-JP" altLang="en-US"/>
              <a:t>宛先がある場合は入力</a:t>
            </a:r>
          </a:p>
        </p:txBody>
      </p:sp>
      <p:sp>
        <p:nvSpPr>
          <p:cNvPr id="5" name="テキスト プレースホルダー"/>
          <p:cNvSpPr>
            <a:spLocks noGrp="1"/>
          </p:cNvSpPr>
          <p:nvPr>
            <p:ph type="body" sz="quarter" idx="10" hasCustomPrompt="1"/>
          </p:nvPr>
        </p:nvSpPr>
        <p:spPr bwMode="invGray">
          <a:xfrm>
            <a:off x="239519" y="3207277"/>
            <a:ext cx="11711832" cy="369332"/>
          </a:xfrm>
        </p:spPr>
        <p:txBody>
          <a:bodyPr wrap="square">
            <a:spAutoFit/>
          </a:bodyPr>
          <a:lstStyle>
            <a:lvl1pPr marL="0" indent="0">
              <a:buNone/>
              <a:defRPr sz="1800" baseline="0">
                <a:solidFill>
                  <a:srgbClr val="4B4B4B"/>
                </a:solidFill>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ja-JP" altLang="en-US"/>
              <a:t>サブタイトルがあれば入力</a:t>
            </a:r>
          </a:p>
        </p:txBody>
      </p:sp>
      <p:sp>
        <p:nvSpPr>
          <p:cNvPr id="8" name="Credit"/>
          <p:cNvSpPr txBox="1"/>
          <p:nvPr userDrawn="1"/>
        </p:nvSpPr>
        <p:spPr bwMode="black">
          <a:xfrm>
            <a:off x="104503" y="6557649"/>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bg1"/>
                </a:solidFill>
                <a:effectLst/>
                <a:uLnTx/>
                <a:uFillTx/>
                <a:latin typeface="+mn-lt"/>
                <a:ea typeface="+mn-ea"/>
                <a:cs typeface="+mn-cs"/>
              </a:rPr>
              <a:t>© CAL CO.,LTD.</a:t>
            </a:r>
          </a:p>
        </p:txBody>
      </p:sp>
      <p:sp>
        <p:nvSpPr>
          <p:cNvPr id="12" name="テキスト プレースホルダー 11">
            <a:extLst>
              <a:ext uri="{FF2B5EF4-FFF2-40B4-BE49-F238E27FC236}">
                <a16:creationId xmlns:a16="http://schemas.microsoft.com/office/drawing/2014/main" id="{A7B314FF-8BA3-49B7-A250-FE2499872626}"/>
              </a:ext>
            </a:extLst>
          </p:cNvPr>
          <p:cNvSpPr>
            <a:spLocks noGrp="1"/>
          </p:cNvSpPr>
          <p:nvPr>
            <p:ph type="body" sz="quarter" idx="12" hasCustomPrompt="1"/>
          </p:nvPr>
        </p:nvSpPr>
        <p:spPr>
          <a:xfrm>
            <a:off x="239352" y="3716695"/>
            <a:ext cx="11712000" cy="1093430"/>
          </a:xfrm>
        </p:spPr>
        <p:txBody>
          <a:bodyPr>
            <a:noAutofit/>
          </a:bodyPr>
          <a:lstStyle>
            <a:lvl1pPr marL="0" indent="0" algn="l">
              <a:buNone/>
              <a:defRPr sz="1800" b="1">
                <a:solidFill>
                  <a:schemeClr val="bg1"/>
                </a:solidFill>
                <a:latin typeface="+mn-ea"/>
                <a:ea typeface="+mn-ea"/>
              </a:defRPr>
            </a:lvl1pPr>
            <a:lvl2pPr marL="180000" indent="0">
              <a:buNone/>
              <a:defRPr/>
            </a:lvl2pPr>
            <a:lvl3pPr marL="360000" indent="0">
              <a:buNone/>
              <a:defRPr/>
            </a:lvl3pPr>
            <a:lvl4pPr marL="468000" indent="0">
              <a:buNone/>
              <a:defRPr/>
            </a:lvl4pPr>
            <a:lvl5pPr marL="577850" indent="0">
              <a:buNone/>
              <a:defRPr/>
            </a:lvl5pPr>
          </a:lstStyle>
          <a:p>
            <a:pPr lvl="0"/>
            <a:r>
              <a:rPr kumimoji="1" lang="en-US" altLang="ja-JP"/>
              <a:t>2024</a:t>
            </a:r>
            <a:r>
              <a:rPr kumimoji="1" lang="ja-JP" altLang="en-US"/>
              <a:t>年</a:t>
            </a:r>
            <a:r>
              <a:rPr kumimoji="1" lang="en-US" altLang="ja-JP"/>
              <a:t>xx</a:t>
            </a:r>
            <a:r>
              <a:rPr kumimoji="1" lang="ja-JP" altLang="en-US"/>
              <a:t>月</a:t>
            </a:r>
            <a:r>
              <a:rPr kumimoji="1" lang="en-US" altLang="ja-JP"/>
              <a:t>xx</a:t>
            </a:r>
            <a:r>
              <a:rPr kumimoji="1" lang="ja-JP" altLang="en-US"/>
              <a:t>日 </a:t>
            </a:r>
            <a:r>
              <a:rPr kumimoji="1" lang="en-US" altLang="ja-JP"/>
              <a:t>Rev.x.x.</a:t>
            </a:r>
          </a:p>
          <a:p>
            <a:pPr lvl="0"/>
            <a:r>
              <a:rPr kumimoji="1" lang="ja-JP" altLang="en-US"/>
              <a:t>キャル株式会社 受託開発部</a:t>
            </a:r>
          </a:p>
        </p:txBody>
      </p:sp>
      <p:cxnSp>
        <p:nvCxnSpPr>
          <p:cNvPr id="10" name="直線コネクタ 9">
            <a:extLst>
              <a:ext uri="{FF2B5EF4-FFF2-40B4-BE49-F238E27FC236}">
                <a16:creationId xmlns:a16="http://schemas.microsoft.com/office/drawing/2014/main" id="{CFB5C7E3-A984-4C80-BD81-0519C1C8E73B}"/>
              </a:ext>
            </a:extLst>
          </p:cNvPr>
          <p:cNvCxnSpPr/>
          <p:nvPr userDrawn="1"/>
        </p:nvCxnSpPr>
        <p:spPr bwMode="auto">
          <a:xfrm>
            <a:off x="239519" y="6076950"/>
            <a:ext cx="11711832" cy="0"/>
          </a:xfrm>
          <a:prstGeom prst="line">
            <a:avLst/>
          </a:prstGeom>
          <a:solidFill>
            <a:schemeClr val="bg1"/>
          </a:solidFill>
          <a:ln w="76200" cap="flat" cmpd="sng" algn="ctr">
            <a:solidFill>
              <a:schemeClr val="bg1">
                <a:alpha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13" name="直線コネクタ 12">
            <a:extLst>
              <a:ext uri="{FF2B5EF4-FFF2-40B4-BE49-F238E27FC236}">
                <a16:creationId xmlns:a16="http://schemas.microsoft.com/office/drawing/2014/main" id="{A2CCE1C7-B398-4FD4-B5BC-DED80E0E7914}"/>
              </a:ext>
            </a:extLst>
          </p:cNvPr>
          <p:cNvCxnSpPr/>
          <p:nvPr userDrawn="1"/>
        </p:nvCxnSpPr>
        <p:spPr bwMode="auto">
          <a:xfrm>
            <a:off x="239519" y="6229350"/>
            <a:ext cx="11711832" cy="0"/>
          </a:xfrm>
          <a:prstGeom prst="line">
            <a:avLst/>
          </a:prstGeom>
          <a:solidFill>
            <a:schemeClr val="bg1"/>
          </a:solidFill>
          <a:ln w="76200" cap="flat" cmpd="sng" algn="ctr">
            <a:solidFill>
              <a:schemeClr val="bg1">
                <a:alpha val="7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14" name="直線コネクタ 13">
            <a:extLst>
              <a:ext uri="{FF2B5EF4-FFF2-40B4-BE49-F238E27FC236}">
                <a16:creationId xmlns:a16="http://schemas.microsoft.com/office/drawing/2014/main" id="{8D64B1BC-B9D5-4FEE-B285-4346EF85291B}"/>
              </a:ext>
            </a:extLst>
          </p:cNvPr>
          <p:cNvCxnSpPr/>
          <p:nvPr userDrawn="1"/>
        </p:nvCxnSpPr>
        <p:spPr bwMode="auto">
          <a:xfrm>
            <a:off x="239519" y="6391275"/>
            <a:ext cx="11711832" cy="0"/>
          </a:xfrm>
          <a:prstGeom prst="line">
            <a:avLst/>
          </a:prstGeom>
          <a:solidFill>
            <a:schemeClr val="bg1"/>
          </a:solidFill>
          <a:ln w="76200" cap="flat" cmpd="sng" algn="ctr">
            <a:solidFill>
              <a:schemeClr val="bg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pic>
        <p:nvPicPr>
          <p:cNvPr id="7" name="図 6" descr="グラフィカル ユーザー インターフェイス, アプリケーション&#10;&#10;自動的に生成された説明">
            <a:extLst>
              <a:ext uri="{FF2B5EF4-FFF2-40B4-BE49-F238E27FC236}">
                <a16:creationId xmlns:a16="http://schemas.microsoft.com/office/drawing/2014/main" id="{253B9D39-2AD8-C42D-DD1C-F6A72216FED5}"/>
              </a:ext>
            </a:extLst>
          </p:cNvPr>
          <p:cNvPicPr>
            <a:picLocks noChangeAspect="1"/>
          </p:cNvPicPr>
          <p:nvPr userDrawn="1"/>
        </p:nvPicPr>
        <p:blipFill>
          <a:blip r:embed="rId2"/>
          <a:stretch>
            <a:fillRect/>
          </a:stretch>
        </p:blipFill>
        <p:spPr>
          <a:xfrm>
            <a:off x="9414345" y="222529"/>
            <a:ext cx="2537008" cy="682346"/>
          </a:xfrm>
          <a:prstGeom prst="rect">
            <a:avLst/>
          </a:prstGeom>
        </p:spPr>
      </p:pic>
    </p:spTree>
    <p:extLst>
      <p:ext uri="{BB962C8B-B14F-4D97-AF65-F5344CB8AC3E}">
        <p14:creationId xmlns:p14="http://schemas.microsoft.com/office/powerpoint/2010/main" val="1671879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9" name="テキスト ボックス 5">
            <a:extLst>
              <a:ext uri="{FF2B5EF4-FFF2-40B4-BE49-F238E27FC236}">
                <a16:creationId xmlns:a16="http://schemas.microsoft.com/office/drawing/2014/main" id="{F936ED59-D115-424D-8FCE-8A60E9449450}"/>
              </a:ext>
            </a:extLst>
          </p:cNvPr>
          <p:cNvSpPr txBox="1">
            <a:spLocks noChangeArrowheads="1"/>
          </p:cNvSpPr>
          <p:nvPr userDrawn="1"/>
        </p:nvSpPr>
        <p:spPr bwMode="auto">
          <a:xfrm>
            <a:off x="0" y="2924081"/>
            <a:ext cx="12192000" cy="822515"/>
          </a:xfrm>
          <a:prstGeom prst="rect">
            <a:avLst/>
          </a:prstGeom>
          <a:gradFill flip="none" rotWithShape="1">
            <a:gsLst>
              <a:gs pos="40000">
                <a:schemeClr val="bg1"/>
              </a:gs>
              <a:gs pos="99000">
                <a:srgbClr val="E74444"/>
              </a:gs>
            </a:gsLst>
            <a:lin ang="5400000" scaled="0"/>
            <a:tileRect/>
          </a:gradFill>
          <a:ln>
            <a:noFill/>
          </a:ln>
        </p:spPr>
        <p:txBody>
          <a:bodyPr lIns="72000" tIns="108000" rIns="144000" bIns="36000" anchor="ctr">
            <a:spAutoFit/>
          </a:bodyPr>
          <a:lstStyle>
            <a:lvl1pPr algn="l" eaLnBrk="0" hangingPunct="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1pPr>
            <a:lvl2pPr marL="742950" indent="-285750" algn="l"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2pPr>
            <a:lvl3pPr marL="1143000" indent="-228600" algn="l" eaLnBrk="0" hangingPunct="0">
              <a:spcBef>
                <a:spcPct val="20000"/>
              </a:spcBef>
              <a:buChar char="•"/>
              <a:defRPr kumimoji="1">
                <a:solidFill>
                  <a:schemeClr val="tx1"/>
                </a:solidFill>
                <a:latin typeface="Arial" panose="020B0604020202020204" pitchFamily="34" charset="0"/>
                <a:ea typeface="ＭＳ Ｐゴシック" panose="020B0600070205080204" pitchFamily="50" charset="-128"/>
              </a:defRPr>
            </a:lvl3pPr>
            <a:lvl4pPr marL="1600200" indent="-228600" algn="l" eaLnBrk="0" hangingPunct="0">
              <a:spcBef>
                <a:spcPct val="20000"/>
              </a:spcBef>
              <a:buChar char="–"/>
              <a:defRPr kumimoji="1" sz="1600">
                <a:solidFill>
                  <a:schemeClr val="tx1"/>
                </a:solidFill>
                <a:latin typeface="Arial" panose="020B0604020202020204" pitchFamily="34" charset="0"/>
                <a:ea typeface="ＭＳ Ｐゴシック" panose="020B0600070205080204" pitchFamily="50" charset="-128"/>
              </a:defRPr>
            </a:lvl4pPr>
            <a:lvl5pPr marL="2057400" indent="-228600" algn="l" eaLnBrk="0" hangingPunct="0">
              <a:spcBef>
                <a:spcPct val="20000"/>
              </a:spcBef>
              <a:buChar char="»"/>
              <a:defRPr kumimoji="1" sz="16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defRPr/>
            </a:pPr>
            <a:endParaRPr lang="ja-JP" altLang="en-US" sz="4400" b="1">
              <a:solidFill>
                <a:srgbClr val="404040"/>
              </a:solidFill>
              <a:latin typeface="メイリオ" panose="020B0604030504040204" pitchFamily="50" charset="-128"/>
              <a:ea typeface="メイリオ" panose="020B0604030504040204" pitchFamily="50" charset="-128"/>
            </a:endParaRPr>
          </a:p>
        </p:txBody>
      </p:sp>
      <p:sp>
        <p:nvSpPr>
          <p:cNvPr id="5" name="テキスト プレースホルダー"/>
          <p:cNvSpPr>
            <a:spLocks noGrp="1"/>
          </p:cNvSpPr>
          <p:nvPr>
            <p:ph type="body" sz="quarter" idx="10" hasCustomPrompt="1"/>
          </p:nvPr>
        </p:nvSpPr>
        <p:spPr bwMode="gray">
          <a:xfrm>
            <a:off x="239184" y="3852000"/>
            <a:ext cx="9601200" cy="1269578"/>
          </a:xfrm>
        </p:spPr>
        <p:txBody>
          <a:bodyPr>
            <a:spAutoFit/>
          </a:bodyPr>
          <a:lstStyle>
            <a:lvl1pPr marL="0" indent="0">
              <a:buNone/>
              <a:defRPr b="0">
                <a:solidFill>
                  <a:srgbClr val="4B4B4B"/>
                </a:solidFill>
              </a:defRPr>
            </a:lvl1pPr>
            <a:lvl2pPr marL="72000" indent="0">
              <a:buNone/>
              <a:defRPr sz="1800" b="0">
                <a:solidFill>
                  <a:srgbClr val="4B4B4B"/>
                </a:solidFill>
              </a:defRPr>
            </a:lvl2pPr>
            <a:lvl3pPr marL="222962" indent="0">
              <a:buNone/>
              <a:defRPr b="0">
                <a:solidFill>
                  <a:srgbClr val="4B4B4B"/>
                </a:solidFill>
              </a:defRPr>
            </a:lvl3pPr>
            <a:lvl4pPr marL="327787" indent="0">
              <a:buNone/>
              <a:defRPr b="0">
                <a:solidFill>
                  <a:srgbClr val="4B4B4B"/>
                </a:solidFill>
              </a:defRPr>
            </a:lvl4pPr>
            <a:lvl5pPr marL="311400" indent="0">
              <a:buNone/>
              <a:defRPr b="0"/>
            </a:lvl5pPr>
          </a:lstStyle>
          <a:p>
            <a:pPr lvl="0"/>
            <a:r>
              <a:rPr kumimoji="1" lang="ja-JP" altLang="en-US"/>
              <a:t>サブタイトルを入力</a:t>
            </a:r>
            <a:endParaRPr kumimoji="1" lang="en-US" altLang="ja-JP"/>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p:txBody>
      </p:sp>
      <p:sp>
        <p:nvSpPr>
          <p:cNvPr id="6" name="PageNumber"/>
          <p:cNvSpPr txBox="1"/>
          <p:nvPr userDrawn="1"/>
        </p:nvSpPr>
        <p:spPr bwMode="black">
          <a:xfrm>
            <a:off x="225080" y="6597840"/>
            <a:ext cx="912000" cy="23400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1" i="0" u="none" strike="noStrike" kern="1200" cap="none" spc="0" normalizeH="0" baseline="0" noProof="0" smtClean="0">
                <a:ln>
                  <a:noFill/>
                </a:ln>
                <a:solidFill>
                  <a:srgbClr val="404040"/>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1" i="0" u="none" strike="noStrike" kern="1200" cap="none" spc="0" normalizeH="0" baseline="0" noProof="0">
              <a:ln>
                <a:noFill/>
              </a:ln>
              <a:solidFill>
                <a:srgbClr val="404040"/>
              </a:solidFill>
              <a:effectLst/>
              <a:uLnTx/>
              <a:uFillTx/>
              <a:latin typeface="+mn-lt"/>
              <a:ea typeface="+mn-ea"/>
              <a:cs typeface="+mn-cs"/>
            </a:endParaRPr>
          </a:p>
        </p:txBody>
      </p:sp>
      <p:sp>
        <p:nvSpPr>
          <p:cNvPr id="7" name="Credit"/>
          <p:cNvSpPr txBox="1"/>
          <p:nvPr userDrawn="1"/>
        </p:nvSpPr>
        <p:spPr bwMode="black">
          <a:xfrm>
            <a:off x="881891" y="6597840"/>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404040"/>
                </a:solidFill>
                <a:effectLst/>
                <a:uLnTx/>
                <a:uFillTx/>
                <a:latin typeface="+mn-lt"/>
                <a:ea typeface="+mn-ea"/>
                <a:cs typeface="+mn-cs"/>
              </a:rPr>
              <a:t>© CAL CO.,LTD.</a:t>
            </a:r>
          </a:p>
        </p:txBody>
      </p:sp>
      <p:sp>
        <p:nvSpPr>
          <p:cNvPr id="11" name="タイトル">
            <a:extLst>
              <a:ext uri="{FF2B5EF4-FFF2-40B4-BE49-F238E27FC236}">
                <a16:creationId xmlns:a16="http://schemas.microsoft.com/office/drawing/2014/main" id="{10690908-3637-4AB2-B373-CE565F510AF0}"/>
              </a:ext>
            </a:extLst>
          </p:cNvPr>
          <p:cNvSpPr>
            <a:spLocks noGrp="1"/>
          </p:cNvSpPr>
          <p:nvPr>
            <p:ph type="title" hasCustomPrompt="1"/>
          </p:nvPr>
        </p:nvSpPr>
        <p:spPr bwMode="gray">
          <a:xfrm>
            <a:off x="0" y="2935228"/>
            <a:ext cx="12192000" cy="775015"/>
          </a:xfrm>
        </p:spPr>
        <p:txBody>
          <a:bodyPr wrap="square" anchor="b" anchorCtr="0">
            <a:spAutoFit/>
          </a:bodyPr>
          <a:lstStyle>
            <a:lvl1pPr algn="r">
              <a:defRPr sz="4800">
                <a:solidFill>
                  <a:srgbClr val="4B4B4B"/>
                </a:solidFill>
                <a:effectLst/>
              </a:defRPr>
            </a:lvl1pPr>
          </a:lstStyle>
          <a:p>
            <a:r>
              <a:rPr kumimoji="1" lang="ja-JP" altLang="en-US"/>
              <a:t>タイトルを入力</a:t>
            </a:r>
          </a:p>
        </p:txBody>
      </p:sp>
    </p:spTree>
    <p:extLst>
      <p:ext uri="{BB962C8B-B14F-4D97-AF65-F5344CB8AC3E}">
        <p14:creationId xmlns:p14="http://schemas.microsoft.com/office/powerpoint/2010/main" val="2533726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white)">
    <p:bg bwMode="gray">
      <p:bgPr>
        <a:solidFill>
          <a:schemeClr val="bg1"/>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CD52136C-4A9A-42A8-85FC-2BCAD61975D9}"/>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tIns="36000" bIns="0" anchor="b">
            <a:normAutofit/>
          </a:bodyPr>
          <a:lstStyle>
            <a:lvl1pPr>
              <a:defRPr sz="2400" b="1">
                <a:solidFill>
                  <a:schemeClr val="bg1"/>
                </a:solidFill>
              </a:defRPr>
            </a:lvl1pPr>
          </a:lstStyle>
          <a:p>
            <a:r>
              <a:rPr kumimoji="1" lang="ja-JP" altLang="en-US"/>
              <a:t>タイトルを入力</a:t>
            </a:r>
          </a:p>
        </p:txBody>
      </p:sp>
    </p:spTree>
    <p:extLst>
      <p:ext uri="{BB962C8B-B14F-4D97-AF65-F5344CB8AC3E}">
        <p14:creationId xmlns:p14="http://schemas.microsoft.com/office/powerpoint/2010/main" val="2065694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white)">
    <p:bg bwMode="gray">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7241B258-0950-40D1-8E93-7F1160BC3BF0}"/>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12" name="コンテンツ プレースホルダー"/>
          <p:cNvSpPr>
            <a:spLocks noGrp="1"/>
          </p:cNvSpPr>
          <p:nvPr>
            <p:ph sz="quarter" idx="10" hasCustomPrompt="1"/>
          </p:nvPr>
        </p:nvSpPr>
        <p:spPr bwMode="gray">
          <a:xfrm>
            <a:off x="239350" y="836712"/>
            <a:ext cx="11713301" cy="5616476"/>
          </a:xfrm>
        </p:spPr>
        <p:txBody>
          <a:bodyPr vert="horz" lIns="91440" tIns="45720" rIns="91440" bIns="45720" rtlCol="0">
            <a:normAutofit/>
          </a:bodyPr>
          <a:lstStyle>
            <a:lvl1pPr>
              <a:buClr>
                <a:srgbClr val="4B4B4B"/>
              </a:buClr>
              <a:defRPr lang="ja-JP" altLang="en-US" noProof="0" dirty="0" smtClean="0">
                <a:solidFill>
                  <a:srgbClr val="4B4B4B"/>
                </a:solidFill>
              </a:defRPr>
            </a:lvl1pPr>
            <a:lvl2pPr>
              <a:defRPr lang="ja-JP" altLang="en-US" noProof="0" dirty="0" smtClean="0">
                <a:solidFill>
                  <a:srgbClr val="4B4B4B"/>
                </a:solidFill>
              </a:defRPr>
            </a:lvl2pPr>
            <a:lvl3pPr>
              <a:defRPr lang="ja-JP" altLang="en-US" noProof="0" dirty="0" smtClean="0">
                <a:solidFill>
                  <a:srgbClr val="4B4B4B"/>
                </a:solidFill>
              </a:defRPr>
            </a:lvl3pPr>
            <a:lvl4pPr>
              <a:defRPr lang="ja-JP" altLang="en-US" noProof="0" dirty="0" smtClean="0">
                <a:solidFill>
                  <a:srgbClr val="4B4B4B"/>
                </a:solidFill>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3826812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d 1 line &amp; Content(white)">
    <p:bg bwMode="gray">
      <p:bgPr>
        <a:solidFill>
          <a:schemeClr val="bg1"/>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0BB3EF0-270F-4990-83CC-29EFE9187BFE}"/>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6" name="テキスト プレースホルダー"/>
          <p:cNvSpPr>
            <a:spLocks noGrp="1"/>
          </p:cNvSpPr>
          <p:nvPr>
            <p:ph type="body" sz="quarter" idx="11" hasCustomPrompt="1"/>
          </p:nvPr>
        </p:nvSpPr>
        <p:spPr bwMode="ltGray">
          <a:xfrm>
            <a:off x="237716" y="836613"/>
            <a:ext cx="11713635" cy="432000"/>
          </a:xfrm>
          <a:prstGeom prst="roundRect">
            <a:avLst>
              <a:gd name="adj" fmla="val 13830"/>
            </a:avLst>
          </a:prstGeom>
          <a:solidFill>
            <a:srgbClr val="E74444"/>
          </a:solidFill>
          <a:effectLst>
            <a:outerShdw blurRad="50800" dist="38100" dir="5400000" algn="t" rotWithShape="0">
              <a:prstClr val="black">
                <a:alpha val="40000"/>
              </a:prstClr>
            </a:outerShdw>
          </a:effectLst>
        </p:spPr>
        <p:txBody>
          <a:bodyPr wrap="square" tIns="72000" bIns="36000">
            <a:noAutofit/>
          </a:bodyPr>
          <a:lstStyle>
            <a:lvl1pPr marL="0" indent="0" algn="l" eaLnBrk="1" hangingPunct="1">
              <a:spcBef>
                <a:spcPts val="0"/>
              </a:spcBef>
              <a:buNone/>
              <a:defRPr b="1">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ja-JP" altLang="en-US"/>
              <a:t>リード文が</a:t>
            </a:r>
            <a:r>
              <a:rPr kumimoji="1" lang="en-US" altLang="ja-JP"/>
              <a:t>1</a:t>
            </a:r>
            <a:r>
              <a:rPr kumimoji="1" lang="ja-JP" altLang="en-US"/>
              <a:t>行でおさまる場合はこのレイアウトで入力</a:t>
            </a:r>
          </a:p>
        </p:txBody>
      </p:sp>
      <p:sp>
        <p:nvSpPr>
          <p:cNvPr id="12" name="コンテンツ プレースホルダー"/>
          <p:cNvSpPr>
            <a:spLocks noGrp="1"/>
          </p:cNvSpPr>
          <p:nvPr>
            <p:ph sz="quarter" idx="10" hasCustomPrompt="1"/>
          </p:nvPr>
        </p:nvSpPr>
        <p:spPr bwMode="gray">
          <a:xfrm>
            <a:off x="239185" y="1413188"/>
            <a:ext cx="11713633" cy="504000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1836437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d 2 lines &amp; Content(white)">
    <p:bg bwMode="gray">
      <p:bgPr>
        <a:solidFill>
          <a:schemeClr val="bg1"/>
        </a:solidFill>
        <a:effectLst/>
      </p:bgPr>
    </p:bg>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1303313-1FE2-47D2-A038-3474AB6C60E2}"/>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9" name="テキスト プレースホルダー"/>
          <p:cNvSpPr>
            <a:spLocks noGrp="1"/>
          </p:cNvSpPr>
          <p:nvPr>
            <p:ph type="body" sz="quarter" idx="11" hasCustomPrompt="1"/>
          </p:nvPr>
        </p:nvSpPr>
        <p:spPr bwMode="ltGray">
          <a:xfrm>
            <a:off x="239184" y="836613"/>
            <a:ext cx="11712000" cy="756000"/>
          </a:xfrm>
          <a:prstGeom prst="roundRect">
            <a:avLst>
              <a:gd name="adj" fmla="val 7924"/>
            </a:avLst>
          </a:prstGeom>
          <a:solidFill>
            <a:srgbClr val="E74444"/>
          </a:solidFill>
          <a:effectLst>
            <a:outerShdw blurRad="50800" dist="38100" dir="5400000" algn="t" rotWithShape="0">
              <a:prstClr val="black">
                <a:alpha val="40000"/>
              </a:prstClr>
            </a:outerShdw>
          </a:effectLst>
        </p:spPr>
        <p:txBody>
          <a:bodyPr tIns="72000" bIns="36000" anchor="ctr">
            <a:noAutofit/>
          </a:bodyPr>
          <a:lstStyle>
            <a:lvl1pPr marL="0" indent="0" algn="l" eaLnBrk="1" hangingPunct="1">
              <a:spcBef>
                <a:spcPts val="0"/>
              </a:spcBef>
              <a:buNone/>
              <a:defRPr b="1">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ja-JP" altLang="en-US"/>
              <a:t>リード文が</a:t>
            </a:r>
            <a:r>
              <a:rPr kumimoji="1" lang="en-US" altLang="ja-JP"/>
              <a:t>2</a:t>
            </a:r>
            <a:r>
              <a:rPr kumimoji="1" lang="ja-JP" altLang="en-US"/>
              <a:t>行にわたる場合は</a:t>
            </a:r>
            <a:br>
              <a:rPr kumimoji="1" lang="en-US" altLang="ja-JP"/>
            </a:br>
            <a:r>
              <a:rPr kumimoji="1" lang="ja-JP" altLang="en-US"/>
              <a:t>このレイアウトで入力</a:t>
            </a:r>
          </a:p>
        </p:txBody>
      </p:sp>
      <p:sp>
        <p:nvSpPr>
          <p:cNvPr id="3" name="コンテンツ プレースホルダー">
            <a:extLst>
              <a:ext uri="{FF2B5EF4-FFF2-40B4-BE49-F238E27FC236}">
                <a16:creationId xmlns:a16="http://schemas.microsoft.com/office/drawing/2014/main" id="{87524571-1AB7-D0AE-AD32-52FCE5153931}"/>
              </a:ext>
            </a:extLst>
          </p:cNvPr>
          <p:cNvSpPr>
            <a:spLocks noGrp="1"/>
          </p:cNvSpPr>
          <p:nvPr>
            <p:ph sz="quarter" idx="10" hasCustomPrompt="1"/>
          </p:nvPr>
        </p:nvSpPr>
        <p:spPr bwMode="gray">
          <a:xfrm>
            <a:off x="239185" y="1782618"/>
            <a:ext cx="11713633" cy="467057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2516745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white)">
    <p:bg bwMode="gray">
      <p:bgPr>
        <a:solidFill>
          <a:schemeClr val="bg1"/>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3B13ACA-8E29-4EB3-8ACB-32C4F44D26DD}"/>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6" name="コンテンツ プレースホルダー"/>
          <p:cNvSpPr>
            <a:spLocks noGrp="1"/>
          </p:cNvSpPr>
          <p:nvPr>
            <p:ph sz="quarter" idx="10" hasCustomPrompt="1"/>
          </p:nvPr>
        </p:nvSpPr>
        <p:spPr bwMode="gray">
          <a:xfrm>
            <a:off x="239184" y="836613"/>
            <a:ext cx="5664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
        <p:nvSpPr>
          <p:cNvPr id="7" name="コンテンツ プレースホルダー"/>
          <p:cNvSpPr>
            <a:spLocks noGrp="1"/>
          </p:cNvSpPr>
          <p:nvPr>
            <p:ph sz="quarter" idx="11" hasCustomPrompt="1"/>
          </p:nvPr>
        </p:nvSpPr>
        <p:spPr bwMode="gray">
          <a:xfrm>
            <a:off x="6288817" y="836613"/>
            <a:ext cx="5664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3898421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rporate Mark">
    <p:spTree>
      <p:nvGrpSpPr>
        <p:cNvPr id="1" name=""/>
        <p:cNvGrpSpPr/>
        <p:nvPr/>
      </p:nvGrpSpPr>
      <p:grpSpPr>
        <a:xfrm>
          <a:off x="0" y="0"/>
          <a:ext cx="0" cy="0"/>
          <a:chOff x="0" y="0"/>
          <a:chExt cx="0" cy="0"/>
        </a:xfrm>
      </p:grpSpPr>
      <p:pic>
        <p:nvPicPr>
          <p:cNvPr id="6" name="図 5" descr="グラフィカル ユーザー インターフェイス, アプリケーション&#10;&#10;自動的に生成された説明">
            <a:extLst>
              <a:ext uri="{FF2B5EF4-FFF2-40B4-BE49-F238E27FC236}">
                <a16:creationId xmlns:a16="http://schemas.microsoft.com/office/drawing/2014/main" id="{0A76E53D-579E-0AFC-57B9-1724728F8AEA}"/>
              </a:ext>
            </a:extLst>
          </p:cNvPr>
          <p:cNvPicPr>
            <a:picLocks noChangeAspect="1"/>
          </p:cNvPicPr>
          <p:nvPr userDrawn="1"/>
        </p:nvPicPr>
        <p:blipFill>
          <a:blip r:embed="rId2"/>
          <a:stretch>
            <a:fillRect/>
          </a:stretch>
        </p:blipFill>
        <p:spPr>
          <a:xfrm>
            <a:off x="3512713" y="2957549"/>
            <a:ext cx="4933454" cy="1326887"/>
          </a:xfrm>
          <a:prstGeom prst="rect">
            <a:avLst/>
          </a:prstGeom>
        </p:spPr>
      </p:pic>
      <p:sp>
        <p:nvSpPr>
          <p:cNvPr id="4" name="テキスト ボックス 2">
            <a:extLst>
              <a:ext uri="{FF2B5EF4-FFF2-40B4-BE49-F238E27FC236}">
                <a16:creationId xmlns:a16="http://schemas.microsoft.com/office/drawing/2014/main" id="{E6478142-AD0C-439E-B3EA-45954A07585A}"/>
              </a:ext>
            </a:extLst>
          </p:cNvPr>
          <p:cNvSpPr txBox="1">
            <a:spLocks noChangeArrowheads="1"/>
          </p:cNvSpPr>
          <p:nvPr userDrawn="1"/>
        </p:nvSpPr>
        <p:spPr bwMode="auto">
          <a:xfrm>
            <a:off x="1" y="6627168"/>
            <a:ext cx="3681505" cy="230832"/>
          </a:xfrm>
          <a:prstGeom prst="rect">
            <a:avLst/>
          </a:prstGeom>
          <a:solidFill>
            <a:schemeClr val="bg1"/>
          </a:solid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sz="900">
                <a:solidFill>
                  <a:srgbClr val="4B4B4B"/>
                </a:solidFill>
                <a:latin typeface="メイリオ" panose="020B0604030504040204" pitchFamily="50" charset="-128"/>
                <a:ea typeface="メイリオ" panose="020B0604030504040204" pitchFamily="50" charset="-128"/>
              </a:rPr>
              <a:t>© CAL CO., LTD.</a:t>
            </a:r>
          </a:p>
        </p:txBody>
      </p:sp>
      <p:sp>
        <p:nvSpPr>
          <p:cNvPr id="5" name="テキスト ボックス 1">
            <a:extLst>
              <a:ext uri="{FF2B5EF4-FFF2-40B4-BE49-F238E27FC236}">
                <a16:creationId xmlns:a16="http://schemas.microsoft.com/office/drawing/2014/main" id="{4C20C83D-C177-42DB-958F-1833178548FF}"/>
              </a:ext>
            </a:extLst>
          </p:cNvPr>
          <p:cNvSpPr txBox="1">
            <a:spLocks noChangeArrowheads="1"/>
          </p:cNvSpPr>
          <p:nvPr userDrawn="1"/>
        </p:nvSpPr>
        <p:spPr bwMode="auto">
          <a:xfrm>
            <a:off x="0" y="6211670"/>
            <a:ext cx="12192000" cy="415498"/>
          </a:xfrm>
          <a:prstGeom prst="rect">
            <a:avLst/>
          </a:prstGeom>
          <a:solidFill>
            <a:schemeClr val="bg1"/>
          </a:solid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700">
                <a:solidFill>
                  <a:srgbClr val="4B4B4B"/>
                </a:solidFill>
                <a:latin typeface="メイリオ" panose="020B0604030504040204" pitchFamily="50" charset="-128"/>
                <a:ea typeface="メイリオ" panose="020B0604030504040204" pitchFamily="50" charset="-128"/>
              </a:rPr>
              <a:t>本資料に記載されます製品の仕様等は予告なく変更になる場合があります。</a:t>
            </a:r>
            <a:endParaRPr lang="en-US" altLang="ja-JP" sz="700">
              <a:solidFill>
                <a:srgbClr val="4B4B4B"/>
              </a:solidFill>
              <a:latin typeface="メイリオ" panose="020B0604030504040204" pitchFamily="50" charset="-128"/>
              <a:ea typeface="メイリオ" panose="020B0604030504040204" pitchFamily="50" charset="-128"/>
            </a:endParaRPr>
          </a:p>
          <a:p>
            <a:r>
              <a:rPr lang="ja-JP" altLang="en-US" sz="700">
                <a:solidFill>
                  <a:srgbClr val="4B4B4B"/>
                </a:solidFill>
                <a:latin typeface="メイリオ" panose="020B0604030504040204" pitchFamily="50" charset="-128"/>
                <a:ea typeface="メイリオ" panose="020B0604030504040204" pitchFamily="50" charset="-128"/>
              </a:rPr>
              <a:t>記載された会社名、製品名等は各社の登録商標もしくは商標です。</a:t>
            </a:r>
            <a:endParaRPr lang="en-US" altLang="ja-JP" sz="700">
              <a:solidFill>
                <a:srgbClr val="4B4B4B"/>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a:solidFill>
                  <a:srgbClr val="404040"/>
                </a:solidFill>
                <a:latin typeface="メイリオ" panose="020B0604030504040204" pitchFamily="50" charset="-128"/>
                <a:ea typeface="メイリオ" panose="020B0604030504040204" pitchFamily="50" charset="-128"/>
              </a:rPr>
              <a:t>本書には、当社の著作物が含まれます。当該目的以外に使用、複製、関係者以外への配布はご遠慮ください。</a:t>
            </a:r>
          </a:p>
        </p:txBody>
      </p:sp>
      <p:sp>
        <p:nvSpPr>
          <p:cNvPr id="2" name="テキスト ボックス 1">
            <a:extLst>
              <a:ext uri="{FF2B5EF4-FFF2-40B4-BE49-F238E27FC236}">
                <a16:creationId xmlns:a16="http://schemas.microsoft.com/office/drawing/2014/main" id="{06FE02F1-90C2-42F5-9E3E-8D650F94CC91}"/>
              </a:ext>
            </a:extLst>
          </p:cNvPr>
          <p:cNvSpPr txBox="1">
            <a:spLocks noChangeArrowheads="1"/>
          </p:cNvSpPr>
          <p:nvPr userDrawn="1"/>
        </p:nvSpPr>
        <p:spPr bwMode="auto">
          <a:xfrm>
            <a:off x="4541778" y="3092341"/>
            <a:ext cx="3223245" cy="584775"/>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r" eaLnBrk="1" hangingPunct="1"/>
            <a:r>
              <a:rPr lang="ja-JP" altLang="en-US" sz="2000" b="1">
                <a:solidFill>
                  <a:srgbClr val="4B4B4B"/>
                </a:solidFill>
                <a:latin typeface="メイリオ" panose="020B0604030504040204" pitchFamily="50" charset="-128"/>
                <a:ea typeface="メイリオ" panose="020B0604030504040204" pitchFamily="50" charset="-128"/>
                <a:cs typeface="Estrangelo Edessa" panose="03080600000000000000" pitchFamily="66" charset="0"/>
              </a:rPr>
              <a:t>キャル株式会社</a:t>
            </a:r>
            <a:endParaRPr lang="en-US" altLang="ja-JP" sz="2000" b="1">
              <a:solidFill>
                <a:srgbClr val="4B4B4B"/>
              </a:solidFill>
              <a:latin typeface="メイリオ" panose="020B0604030504040204" pitchFamily="50" charset="-128"/>
              <a:ea typeface="メイリオ" panose="020B0604030504040204" pitchFamily="50" charset="-128"/>
              <a:cs typeface="Estrangelo Edessa" panose="03080600000000000000" pitchFamily="66" charset="0"/>
            </a:endParaRPr>
          </a:p>
          <a:p>
            <a:pPr algn="r" eaLnBrk="1" hangingPunct="1"/>
            <a:r>
              <a:rPr lang="en-US" altLang="ja-JP" sz="1100" b="1">
                <a:solidFill>
                  <a:srgbClr val="4B4B4B"/>
                </a:solidFill>
                <a:latin typeface="+mn-ea"/>
                <a:ea typeface="+mn-ea"/>
                <a:cs typeface="Estrangelo Edessa" panose="03080600000000000000" pitchFamily="66" charset="0"/>
              </a:rPr>
              <a:t>https://www.cal.co.jp/       </a:t>
            </a:r>
          </a:p>
        </p:txBody>
      </p:sp>
    </p:spTree>
    <p:extLst>
      <p:ext uri="{BB962C8B-B14F-4D97-AF65-F5344CB8AC3E}">
        <p14:creationId xmlns:p14="http://schemas.microsoft.com/office/powerpoint/2010/main" val="371364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E51D703-5CE6-4766-9570-70772CCE6749}"/>
              </a:ext>
            </a:extLst>
          </p:cNvPr>
          <p:cNvSpPr/>
          <p:nvPr userDrawn="1"/>
        </p:nvSpPr>
        <p:spPr bwMode="auto">
          <a:xfrm>
            <a:off x="0" y="3571586"/>
            <a:ext cx="12192000" cy="3295650"/>
          </a:xfrm>
          <a:prstGeom prst="rect">
            <a:avLst/>
          </a:prstGeom>
          <a:solidFill>
            <a:srgbClr val="E74444"/>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
        <p:nvSpPr>
          <p:cNvPr id="4" name="タイトル"/>
          <p:cNvSpPr>
            <a:spLocks noGrp="1"/>
          </p:cNvSpPr>
          <p:nvPr>
            <p:ph type="title" hasCustomPrompt="1"/>
          </p:nvPr>
        </p:nvSpPr>
        <p:spPr bwMode="gray">
          <a:xfrm>
            <a:off x="239351" y="2567516"/>
            <a:ext cx="11712000" cy="528794"/>
          </a:xfrm>
        </p:spPr>
        <p:txBody>
          <a:bodyPr anchor="b" anchorCtr="0">
            <a:spAutoFit/>
          </a:bodyPr>
          <a:lstStyle>
            <a:lvl1pPr>
              <a:defRPr sz="3200">
                <a:solidFill>
                  <a:srgbClr val="4B4B4B"/>
                </a:solidFill>
                <a:effectLst/>
              </a:defRPr>
            </a:lvl1pPr>
          </a:lstStyle>
          <a:p>
            <a:r>
              <a:rPr kumimoji="1" lang="ja-JP" altLang="en-US"/>
              <a:t>タイトルを入力</a:t>
            </a:r>
          </a:p>
        </p:txBody>
      </p:sp>
      <p:sp>
        <p:nvSpPr>
          <p:cNvPr id="6" name="テキスト プレースホルダー"/>
          <p:cNvSpPr>
            <a:spLocks noGrp="1"/>
          </p:cNvSpPr>
          <p:nvPr>
            <p:ph type="body" sz="quarter" idx="11" hasCustomPrompt="1"/>
          </p:nvPr>
        </p:nvSpPr>
        <p:spPr>
          <a:xfrm>
            <a:off x="239352" y="1207923"/>
            <a:ext cx="7787049" cy="360000"/>
          </a:xfrm>
        </p:spPr>
        <p:txBody>
          <a:bodyPr>
            <a:noAutofit/>
          </a:bodyPr>
          <a:lstStyle>
            <a:lvl1pPr marL="0" indent="0">
              <a:buNone/>
              <a:defRPr sz="2400" b="1">
                <a:solidFill>
                  <a:srgbClr val="4B4B4B"/>
                </a:solidFill>
              </a:defRPr>
            </a:lvl1pPr>
          </a:lstStyle>
          <a:p>
            <a:r>
              <a:rPr lang="ja-JP" altLang="en-US"/>
              <a:t>宛先がある場合は入力</a:t>
            </a:r>
          </a:p>
        </p:txBody>
      </p:sp>
      <p:sp>
        <p:nvSpPr>
          <p:cNvPr id="5" name="テキスト プレースホルダー"/>
          <p:cNvSpPr>
            <a:spLocks noGrp="1"/>
          </p:cNvSpPr>
          <p:nvPr>
            <p:ph type="body" sz="quarter" idx="10" hasCustomPrompt="1"/>
          </p:nvPr>
        </p:nvSpPr>
        <p:spPr bwMode="invGray">
          <a:xfrm>
            <a:off x="239519" y="3207277"/>
            <a:ext cx="11711832" cy="369332"/>
          </a:xfrm>
        </p:spPr>
        <p:txBody>
          <a:bodyPr wrap="square">
            <a:spAutoFit/>
          </a:bodyPr>
          <a:lstStyle>
            <a:lvl1pPr marL="0" indent="0">
              <a:buNone/>
              <a:defRPr sz="1800" baseline="0">
                <a:solidFill>
                  <a:srgbClr val="404040"/>
                </a:solidFill>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ja-JP" altLang="en-US"/>
              <a:t>サブタイトルがあれば入力</a:t>
            </a:r>
          </a:p>
        </p:txBody>
      </p:sp>
      <p:sp>
        <p:nvSpPr>
          <p:cNvPr id="8" name="Credit"/>
          <p:cNvSpPr txBox="1"/>
          <p:nvPr userDrawn="1"/>
        </p:nvSpPr>
        <p:spPr bwMode="black">
          <a:xfrm>
            <a:off x="104503" y="6557649"/>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bg1"/>
                </a:solidFill>
                <a:effectLst/>
                <a:uLnTx/>
                <a:uFillTx/>
                <a:latin typeface="+mn-lt"/>
                <a:ea typeface="+mn-ea"/>
                <a:cs typeface="+mn-cs"/>
              </a:rPr>
              <a:t>© CAL CO.,LTD.</a:t>
            </a:r>
          </a:p>
        </p:txBody>
      </p:sp>
      <p:cxnSp>
        <p:nvCxnSpPr>
          <p:cNvPr id="10" name="直線コネクタ 9">
            <a:extLst>
              <a:ext uri="{FF2B5EF4-FFF2-40B4-BE49-F238E27FC236}">
                <a16:creationId xmlns:a16="http://schemas.microsoft.com/office/drawing/2014/main" id="{CFB5C7E3-A984-4C80-BD81-0519C1C8E73B}"/>
              </a:ext>
            </a:extLst>
          </p:cNvPr>
          <p:cNvCxnSpPr/>
          <p:nvPr userDrawn="1"/>
        </p:nvCxnSpPr>
        <p:spPr bwMode="auto">
          <a:xfrm>
            <a:off x="239519" y="6076950"/>
            <a:ext cx="11711832" cy="0"/>
          </a:xfrm>
          <a:prstGeom prst="line">
            <a:avLst/>
          </a:prstGeom>
          <a:solidFill>
            <a:schemeClr val="bg1"/>
          </a:solidFill>
          <a:ln w="76200" cap="flat" cmpd="sng" algn="ctr">
            <a:solidFill>
              <a:schemeClr val="bg1">
                <a:alpha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13" name="直線コネクタ 12">
            <a:extLst>
              <a:ext uri="{FF2B5EF4-FFF2-40B4-BE49-F238E27FC236}">
                <a16:creationId xmlns:a16="http://schemas.microsoft.com/office/drawing/2014/main" id="{A2CCE1C7-B398-4FD4-B5BC-DED80E0E7914}"/>
              </a:ext>
            </a:extLst>
          </p:cNvPr>
          <p:cNvCxnSpPr/>
          <p:nvPr userDrawn="1"/>
        </p:nvCxnSpPr>
        <p:spPr bwMode="auto">
          <a:xfrm>
            <a:off x="239519" y="6229350"/>
            <a:ext cx="11711832" cy="0"/>
          </a:xfrm>
          <a:prstGeom prst="line">
            <a:avLst/>
          </a:prstGeom>
          <a:solidFill>
            <a:schemeClr val="bg1"/>
          </a:solidFill>
          <a:ln w="76200" cap="flat" cmpd="sng" algn="ctr">
            <a:solidFill>
              <a:schemeClr val="bg1">
                <a:alpha val="7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14" name="直線コネクタ 13">
            <a:extLst>
              <a:ext uri="{FF2B5EF4-FFF2-40B4-BE49-F238E27FC236}">
                <a16:creationId xmlns:a16="http://schemas.microsoft.com/office/drawing/2014/main" id="{8D64B1BC-B9D5-4FEE-B285-4346EF85291B}"/>
              </a:ext>
            </a:extLst>
          </p:cNvPr>
          <p:cNvCxnSpPr/>
          <p:nvPr userDrawn="1"/>
        </p:nvCxnSpPr>
        <p:spPr bwMode="auto">
          <a:xfrm>
            <a:off x="239519" y="6391275"/>
            <a:ext cx="11711832" cy="0"/>
          </a:xfrm>
          <a:prstGeom prst="line">
            <a:avLst/>
          </a:prstGeom>
          <a:solidFill>
            <a:schemeClr val="bg1"/>
          </a:solidFill>
          <a:ln w="76200" cap="flat" cmpd="sng" algn="ctr">
            <a:solidFill>
              <a:schemeClr val="bg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sp>
        <p:nvSpPr>
          <p:cNvPr id="9" name="テキスト プレースホルダー 8">
            <a:extLst>
              <a:ext uri="{FF2B5EF4-FFF2-40B4-BE49-F238E27FC236}">
                <a16:creationId xmlns:a16="http://schemas.microsoft.com/office/drawing/2014/main" id="{12DFAE7E-B9AA-4512-AD49-29D6F39AD4FA}"/>
              </a:ext>
            </a:extLst>
          </p:cNvPr>
          <p:cNvSpPr>
            <a:spLocks noGrp="1"/>
          </p:cNvSpPr>
          <p:nvPr>
            <p:ph type="body" sz="quarter" idx="13" hasCustomPrompt="1"/>
          </p:nvPr>
        </p:nvSpPr>
        <p:spPr>
          <a:xfrm>
            <a:off x="9414345" y="978089"/>
            <a:ext cx="2537008" cy="322602"/>
          </a:xfrm>
          <a:noFill/>
          <a:ln w="38100">
            <a:solidFill>
              <a:schemeClr val="accent2"/>
            </a:solidFill>
          </a:ln>
        </p:spPr>
        <p:txBody>
          <a:bodyPr>
            <a:normAutofit/>
          </a:bodyPr>
          <a:lstStyle>
            <a:lvl1pPr marL="0" indent="0">
              <a:buNone/>
              <a:defRPr sz="1400" b="1">
                <a:solidFill>
                  <a:schemeClr val="accent2"/>
                </a:solidFill>
              </a:defRPr>
            </a:lvl1pPr>
          </a:lstStyle>
          <a:p>
            <a:pPr lvl="0"/>
            <a:r>
              <a:rPr kumimoji="1" lang="ja-JP" altLang="en-US"/>
              <a:t>●開示範囲を記載</a:t>
            </a:r>
          </a:p>
        </p:txBody>
      </p:sp>
      <p:sp>
        <p:nvSpPr>
          <p:cNvPr id="15" name="Credit">
            <a:extLst>
              <a:ext uri="{FF2B5EF4-FFF2-40B4-BE49-F238E27FC236}">
                <a16:creationId xmlns:a16="http://schemas.microsoft.com/office/drawing/2014/main" id="{BAC4DA11-BC06-4085-BC4D-D10336D7B434}"/>
              </a:ext>
            </a:extLst>
          </p:cNvPr>
          <p:cNvSpPr txBox="1"/>
          <p:nvPr userDrawn="1"/>
        </p:nvSpPr>
        <p:spPr bwMode="black">
          <a:xfrm>
            <a:off x="5232763" y="6597840"/>
            <a:ext cx="143821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chemeClr val="bg1"/>
                </a:solidFill>
                <a:effectLst/>
                <a:uLnTx/>
                <a:uFillTx/>
                <a:latin typeface="+mn-lt"/>
                <a:ea typeface="+mn-ea"/>
                <a:cs typeface="+mn-cs"/>
              </a:rPr>
              <a:t>【 CONFIDENTIAL 】</a:t>
            </a:r>
          </a:p>
        </p:txBody>
      </p:sp>
      <p:sp>
        <p:nvSpPr>
          <p:cNvPr id="17" name="テキスト プレースホルダー 11">
            <a:extLst>
              <a:ext uri="{FF2B5EF4-FFF2-40B4-BE49-F238E27FC236}">
                <a16:creationId xmlns:a16="http://schemas.microsoft.com/office/drawing/2014/main" id="{94E55274-995A-ECBA-C497-9CA20225B828}"/>
              </a:ext>
            </a:extLst>
          </p:cNvPr>
          <p:cNvSpPr>
            <a:spLocks noGrp="1"/>
          </p:cNvSpPr>
          <p:nvPr>
            <p:ph type="body" sz="quarter" idx="12" hasCustomPrompt="1"/>
          </p:nvPr>
        </p:nvSpPr>
        <p:spPr>
          <a:xfrm>
            <a:off x="239352" y="3716695"/>
            <a:ext cx="11712000" cy="1093430"/>
          </a:xfrm>
        </p:spPr>
        <p:txBody>
          <a:bodyPr>
            <a:noAutofit/>
          </a:bodyPr>
          <a:lstStyle>
            <a:lvl1pPr marL="0" indent="0" algn="l">
              <a:buNone/>
              <a:defRPr sz="1800" b="1">
                <a:solidFill>
                  <a:schemeClr val="bg1"/>
                </a:solidFill>
                <a:latin typeface="+mn-ea"/>
                <a:ea typeface="+mn-ea"/>
              </a:defRPr>
            </a:lvl1pPr>
            <a:lvl2pPr marL="180000" indent="0">
              <a:buNone/>
              <a:defRPr/>
            </a:lvl2pPr>
            <a:lvl3pPr marL="360000" indent="0">
              <a:buNone/>
              <a:defRPr/>
            </a:lvl3pPr>
            <a:lvl4pPr marL="468000" indent="0">
              <a:buNone/>
              <a:defRPr/>
            </a:lvl4pPr>
            <a:lvl5pPr marL="577850" indent="0">
              <a:buNone/>
              <a:defRPr/>
            </a:lvl5pPr>
          </a:lstStyle>
          <a:p>
            <a:pPr lvl="0"/>
            <a:r>
              <a:rPr kumimoji="1" lang="en-US" altLang="ja-JP"/>
              <a:t>2024</a:t>
            </a:r>
            <a:r>
              <a:rPr kumimoji="1" lang="ja-JP" altLang="en-US"/>
              <a:t>年</a:t>
            </a:r>
            <a:r>
              <a:rPr kumimoji="1" lang="en-US" altLang="ja-JP"/>
              <a:t>xx</a:t>
            </a:r>
            <a:r>
              <a:rPr kumimoji="1" lang="ja-JP" altLang="en-US"/>
              <a:t>月</a:t>
            </a:r>
            <a:r>
              <a:rPr kumimoji="1" lang="en-US" altLang="ja-JP"/>
              <a:t>xx</a:t>
            </a:r>
            <a:r>
              <a:rPr kumimoji="1" lang="ja-JP" altLang="en-US"/>
              <a:t>日 </a:t>
            </a:r>
            <a:r>
              <a:rPr kumimoji="1" lang="en-US" altLang="ja-JP"/>
              <a:t>Rev.x.x.</a:t>
            </a:r>
          </a:p>
          <a:p>
            <a:pPr lvl="0"/>
            <a:r>
              <a:rPr kumimoji="1" lang="ja-JP" altLang="en-US"/>
              <a:t>キャル株式会社</a:t>
            </a:r>
            <a:r>
              <a:rPr kumimoji="1" lang="en-US" altLang="ja-JP"/>
              <a:t> </a:t>
            </a:r>
            <a:r>
              <a:rPr kumimoji="1" lang="ja-JP" altLang="en-US"/>
              <a:t>受託開発部</a:t>
            </a:r>
          </a:p>
        </p:txBody>
      </p:sp>
      <p:pic>
        <p:nvPicPr>
          <p:cNvPr id="7" name="図 6" descr="グラフィカル ユーザー インターフェイス, アプリケーション&#10;&#10;自動的に生成された説明">
            <a:extLst>
              <a:ext uri="{FF2B5EF4-FFF2-40B4-BE49-F238E27FC236}">
                <a16:creationId xmlns:a16="http://schemas.microsoft.com/office/drawing/2014/main" id="{1EE912DA-48E1-410F-9DB9-BDB0B0AF2946}"/>
              </a:ext>
            </a:extLst>
          </p:cNvPr>
          <p:cNvPicPr>
            <a:picLocks noChangeAspect="1"/>
          </p:cNvPicPr>
          <p:nvPr userDrawn="1"/>
        </p:nvPicPr>
        <p:blipFill>
          <a:blip r:embed="rId2"/>
          <a:stretch>
            <a:fillRect/>
          </a:stretch>
        </p:blipFill>
        <p:spPr>
          <a:xfrm>
            <a:off x="9414345" y="222529"/>
            <a:ext cx="2537008" cy="682346"/>
          </a:xfrm>
          <a:prstGeom prst="rect">
            <a:avLst/>
          </a:prstGeom>
        </p:spPr>
      </p:pic>
    </p:spTree>
    <p:extLst>
      <p:ext uri="{BB962C8B-B14F-4D97-AF65-F5344CB8AC3E}">
        <p14:creationId xmlns:p14="http://schemas.microsoft.com/office/powerpoint/2010/main" val="3473540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9" name="テキスト ボックス 5">
            <a:extLst>
              <a:ext uri="{FF2B5EF4-FFF2-40B4-BE49-F238E27FC236}">
                <a16:creationId xmlns:a16="http://schemas.microsoft.com/office/drawing/2014/main" id="{F936ED59-D115-424D-8FCE-8A60E9449450}"/>
              </a:ext>
            </a:extLst>
          </p:cNvPr>
          <p:cNvSpPr txBox="1">
            <a:spLocks noChangeArrowheads="1"/>
          </p:cNvSpPr>
          <p:nvPr userDrawn="1"/>
        </p:nvSpPr>
        <p:spPr bwMode="auto">
          <a:xfrm>
            <a:off x="0" y="2924081"/>
            <a:ext cx="12192000" cy="822515"/>
          </a:xfrm>
          <a:prstGeom prst="rect">
            <a:avLst/>
          </a:prstGeom>
          <a:gradFill flip="none" rotWithShape="1">
            <a:gsLst>
              <a:gs pos="40000">
                <a:schemeClr val="bg1"/>
              </a:gs>
              <a:gs pos="100000">
                <a:srgbClr val="E74444"/>
              </a:gs>
            </a:gsLst>
            <a:lin ang="5400000" scaled="0"/>
            <a:tileRect/>
          </a:gradFill>
          <a:ln>
            <a:noFill/>
          </a:ln>
        </p:spPr>
        <p:txBody>
          <a:bodyPr lIns="72000" tIns="108000" rIns="144000" bIns="36000" anchor="ctr">
            <a:spAutoFit/>
          </a:bodyPr>
          <a:lstStyle>
            <a:lvl1pPr algn="l" eaLnBrk="0" hangingPunct="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1pPr>
            <a:lvl2pPr marL="742950" indent="-285750" algn="l"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2pPr>
            <a:lvl3pPr marL="1143000" indent="-228600" algn="l" eaLnBrk="0" hangingPunct="0">
              <a:spcBef>
                <a:spcPct val="20000"/>
              </a:spcBef>
              <a:buChar char="•"/>
              <a:defRPr kumimoji="1">
                <a:solidFill>
                  <a:schemeClr val="tx1"/>
                </a:solidFill>
                <a:latin typeface="Arial" panose="020B0604020202020204" pitchFamily="34" charset="0"/>
                <a:ea typeface="ＭＳ Ｐゴシック" panose="020B0600070205080204" pitchFamily="50" charset="-128"/>
              </a:defRPr>
            </a:lvl3pPr>
            <a:lvl4pPr marL="1600200" indent="-228600" algn="l" eaLnBrk="0" hangingPunct="0">
              <a:spcBef>
                <a:spcPct val="20000"/>
              </a:spcBef>
              <a:buChar char="–"/>
              <a:defRPr kumimoji="1" sz="1600">
                <a:solidFill>
                  <a:schemeClr val="tx1"/>
                </a:solidFill>
                <a:latin typeface="Arial" panose="020B0604020202020204" pitchFamily="34" charset="0"/>
                <a:ea typeface="ＭＳ Ｐゴシック" panose="020B0600070205080204" pitchFamily="50" charset="-128"/>
              </a:defRPr>
            </a:lvl4pPr>
            <a:lvl5pPr marL="2057400" indent="-228600" algn="l" eaLnBrk="0" hangingPunct="0">
              <a:spcBef>
                <a:spcPct val="20000"/>
              </a:spcBef>
              <a:buChar char="»"/>
              <a:defRPr kumimoji="1" sz="16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defRPr/>
            </a:pPr>
            <a:endParaRPr lang="ja-JP" altLang="en-US" sz="4400" b="1">
              <a:solidFill>
                <a:srgbClr val="404040"/>
              </a:solidFill>
              <a:latin typeface="メイリオ" panose="020B0604030504040204" pitchFamily="50" charset="-128"/>
              <a:ea typeface="メイリオ" panose="020B0604030504040204" pitchFamily="50" charset="-128"/>
            </a:endParaRPr>
          </a:p>
        </p:txBody>
      </p:sp>
      <p:sp>
        <p:nvSpPr>
          <p:cNvPr id="11" name="タイトル">
            <a:extLst>
              <a:ext uri="{FF2B5EF4-FFF2-40B4-BE49-F238E27FC236}">
                <a16:creationId xmlns:a16="http://schemas.microsoft.com/office/drawing/2014/main" id="{10690908-3637-4AB2-B373-CE565F510AF0}"/>
              </a:ext>
            </a:extLst>
          </p:cNvPr>
          <p:cNvSpPr>
            <a:spLocks noGrp="1"/>
          </p:cNvSpPr>
          <p:nvPr>
            <p:ph type="title" hasCustomPrompt="1"/>
          </p:nvPr>
        </p:nvSpPr>
        <p:spPr bwMode="gray">
          <a:xfrm>
            <a:off x="0" y="2935228"/>
            <a:ext cx="12192000" cy="775015"/>
          </a:xfrm>
        </p:spPr>
        <p:txBody>
          <a:bodyPr wrap="square" anchor="b" anchorCtr="0">
            <a:spAutoFit/>
          </a:bodyPr>
          <a:lstStyle>
            <a:lvl1pPr algn="r">
              <a:defRPr sz="4800">
                <a:solidFill>
                  <a:srgbClr val="404040"/>
                </a:solidFill>
                <a:effectLst/>
              </a:defRPr>
            </a:lvl1pPr>
          </a:lstStyle>
          <a:p>
            <a:r>
              <a:rPr kumimoji="1" lang="ja-JP" altLang="en-US"/>
              <a:t>タイトルを入力</a:t>
            </a:r>
          </a:p>
        </p:txBody>
      </p:sp>
      <p:sp>
        <p:nvSpPr>
          <p:cNvPr id="5" name="テキスト プレースホルダー"/>
          <p:cNvSpPr>
            <a:spLocks noGrp="1"/>
          </p:cNvSpPr>
          <p:nvPr>
            <p:ph type="body" sz="quarter" idx="10" hasCustomPrompt="1"/>
          </p:nvPr>
        </p:nvSpPr>
        <p:spPr bwMode="gray">
          <a:xfrm>
            <a:off x="239184" y="3852000"/>
            <a:ext cx="9601200" cy="1269578"/>
          </a:xfrm>
        </p:spPr>
        <p:txBody>
          <a:bodyPr>
            <a:spAutoFit/>
          </a:bodyPr>
          <a:lstStyle>
            <a:lvl1pPr marL="0" indent="0">
              <a:buNone/>
              <a:defRPr b="0">
                <a:solidFill>
                  <a:srgbClr val="404040"/>
                </a:solidFill>
              </a:defRPr>
            </a:lvl1pPr>
            <a:lvl2pPr marL="72000" indent="0">
              <a:buNone/>
              <a:defRPr sz="1800" b="0">
                <a:solidFill>
                  <a:srgbClr val="404040"/>
                </a:solidFill>
              </a:defRPr>
            </a:lvl2pPr>
            <a:lvl3pPr marL="222962" indent="0">
              <a:buNone/>
              <a:defRPr b="0">
                <a:solidFill>
                  <a:srgbClr val="404040"/>
                </a:solidFill>
              </a:defRPr>
            </a:lvl3pPr>
            <a:lvl4pPr marL="327787" indent="0">
              <a:buNone/>
              <a:defRPr b="0">
                <a:solidFill>
                  <a:srgbClr val="404040"/>
                </a:solidFill>
              </a:defRPr>
            </a:lvl4pPr>
            <a:lvl5pPr marL="311400" indent="0">
              <a:buNone/>
              <a:defRPr b="0"/>
            </a:lvl5pPr>
          </a:lstStyle>
          <a:p>
            <a:pPr lvl="0"/>
            <a:r>
              <a:rPr kumimoji="1" lang="ja-JP" altLang="en-US"/>
              <a:t>サブタイトルを入力</a:t>
            </a:r>
            <a:endParaRPr kumimoji="1" lang="en-US" altLang="ja-JP"/>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p:txBody>
      </p:sp>
      <p:sp>
        <p:nvSpPr>
          <p:cNvPr id="6" name="PageNumber"/>
          <p:cNvSpPr txBox="1"/>
          <p:nvPr userDrawn="1"/>
        </p:nvSpPr>
        <p:spPr bwMode="black">
          <a:xfrm>
            <a:off x="225080" y="6597840"/>
            <a:ext cx="912000" cy="23400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1" i="0" u="none" strike="noStrike" kern="1200" cap="none" spc="0" normalizeH="0" baseline="0" noProof="0" smtClean="0">
                <a:ln>
                  <a:noFill/>
                </a:ln>
                <a:solidFill>
                  <a:srgbClr val="404040"/>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1" i="0" u="none" strike="noStrike" kern="1200" cap="none" spc="0" normalizeH="0" baseline="0" noProof="0">
              <a:ln>
                <a:noFill/>
              </a:ln>
              <a:solidFill>
                <a:srgbClr val="404040"/>
              </a:solidFill>
              <a:effectLst/>
              <a:uLnTx/>
              <a:uFillTx/>
              <a:latin typeface="+mn-lt"/>
              <a:ea typeface="+mn-ea"/>
              <a:cs typeface="+mn-cs"/>
            </a:endParaRPr>
          </a:p>
        </p:txBody>
      </p:sp>
      <p:sp>
        <p:nvSpPr>
          <p:cNvPr id="7" name="Credit"/>
          <p:cNvSpPr txBox="1"/>
          <p:nvPr userDrawn="1"/>
        </p:nvSpPr>
        <p:spPr bwMode="black">
          <a:xfrm>
            <a:off x="881891" y="6597840"/>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404040"/>
                </a:solidFill>
                <a:effectLst/>
                <a:uLnTx/>
                <a:uFillTx/>
                <a:latin typeface="+mn-lt"/>
                <a:ea typeface="+mn-ea"/>
                <a:cs typeface="+mn-cs"/>
              </a:rPr>
              <a:t>© CAL CO.,LTD.</a:t>
            </a:r>
          </a:p>
        </p:txBody>
      </p:sp>
      <p:sp>
        <p:nvSpPr>
          <p:cNvPr id="10" name="Credit">
            <a:extLst>
              <a:ext uri="{FF2B5EF4-FFF2-40B4-BE49-F238E27FC236}">
                <a16:creationId xmlns:a16="http://schemas.microsoft.com/office/drawing/2014/main" id="{2F516B5E-CAAC-4562-886D-6C350C9F77F2}"/>
              </a:ext>
            </a:extLst>
          </p:cNvPr>
          <p:cNvSpPr txBox="1"/>
          <p:nvPr userDrawn="1"/>
        </p:nvSpPr>
        <p:spPr bwMode="black">
          <a:xfrm>
            <a:off x="5232763" y="6597840"/>
            <a:ext cx="143821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404040"/>
                </a:solidFill>
                <a:effectLst/>
                <a:uLnTx/>
                <a:uFillTx/>
                <a:latin typeface="+mn-lt"/>
                <a:ea typeface="+mn-ea"/>
                <a:cs typeface="+mn-cs"/>
              </a:rPr>
              <a:t>【 CONFIDENTIAL 】</a:t>
            </a:r>
          </a:p>
        </p:txBody>
      </p:sp>
    </p:spTree>
    <p:extLst>
      <p:ext uri="{BB962C8B-B14F-4D97-AF65-F5344CB8AC3E}">
        <p14:creationId xmlns:p14="http://schemas.microsoft.com/office/powerpoint/2010/main" val="4176256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white)">
    <p:bg bwMode="gray">
      <p:bgPr>
        <a:solidFill>
          <a:schemeClr val="bg1"/>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CD52136C-4A9A-42A8-85FC-2BCAD61975D9}"/>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tIns="36000" bIns="0" anchor="b">
            <a:normAutofit/>
          </a:bodyPr>
          <a:lstStyle>
            <a:lvl1pPr>
              <a:defRPr sz="2400" b="1">
                <a:solidFill>
                  <a:schemeClr val="bg1"/>
                </a:solidFill>
              </a:defRPr>
            </a:lvl1pPr>
          </a:lstStyle>
          <a:p>
            <a:r>
              <a:rPr kumimoji="1" lang="ja-JP" altLang="en-US"/>
              <a:t>タイトルを入力</a:t>
            </a:r>
          </a:p>
        </p:txBody>
      </p:sp>
    </p:spTree>
    <p:extLst>
      <p:ext uri="{BB962C8B-B14F-4D97-AF65-F5344CB8AC3E}">
        <p14:creationId xmlns:p14="http://schemas.microsoft.com/office/powerpoint/2010/main" val="3399009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Content(white)">
    <p:bg bwMode="gray">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7241B258-0950-40D1-8E93-7F1160BC3BF0}"/>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12" name="コンテンツ プレースホルダー"/>
          <p:cNvSpPr>
            <a:spLocks noGrp="1"/>
          </p:cNvSpPr>
          <p:nvPr>
            <p:ph sz="quarter" idx="10" hasCustomPrompt="1"/>
          </p:nvPr>
        </p:nvSpPr>
        <p:spPr bwMode="gray">
          <a:xfrm>
            <a:off x="239350" y="836712"/>
            <a:ext cx="11713301" cy="5616476"/>
          </a:xfrm>
        </p:spPr>
        <p:txBody>
          <a:bodyPr vert="horz" lIns="91440" tIns="45720" rIns="91440" bIns="45720" rtlCol="0">
            <a:normAutofit/>
          </a:bodyPr>
          <a:lstStyle>
            <a:lvl1pPr>
              <a:defRPr lang="ja-JP" altLang="en-US" noProof="0" dirty="0" smtClean="0">
                <a:solidFill>
                  <a:srgbClr val="4B4B4B"/>
                </a:solidFill>
              </a:defRPr>
            </a:lvl1pPr>
            <a:lvl2pPr>
              <a:defRPr lang="ja-JP" altLang="en-US" noProof="0" dirty="0" smtClean="0">
                <a:solidFill>
                  <a:srgbClr val="4B4B4B"/>
                </a:solidFill>
              </a:defRPr>
            </a:lvl2pPr>
            <a:lvl3pPr>
              <a:defRPr lang="ja-JP" altLang="en-US" noProof="0" dirty="0" smtClean="0">
                <a:solidFill>
                  <a:srgbClr val="4B4B4B"/>
                </a:solidFill>
              </a:defRPr>
            </a:lvl3pPr>
            <a:lvl4pPr>
              <a:defRPr lang="ja-JP" altLang="en-US" noProof="0" dirty="0" smtClean="0">
                <a:solidFill>
                  <a:srgbClr val="4B4B4B"/>
                </a:solidFill>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4083392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ad 1 line &amp; Content(white)">
    <p:bg bwMode="gray">
      <p:bgPr>
        <a:solidFill>
          <a:schemeClr val="bg1"/>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0BB3EF0-270F-4990-83CC-29EFE9187BFE}"/>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6" name="テキスト プレースホルダー"/>
          <p:cNvSpPr>
            <a:spLocks noGrp="1"/>
          </p:cNvSpPr>
          <p:nvPr>
            <p:ph type="body" sz="quarter" idx="11" hasCustomPrompt="1"/>
          </p:nvPr>
        </p:nvSpPr>
        <p:spPr bwMode="ltGray">
          <a:xfrm>
            <a:off x="237716" y="836613"/>
            <a:ext cx="11713635" cy="432000"/>
          </a:xfrm>
          <a:prstGeom prst="roundRect">
            <a:avLst>
              <a:gd name="adj" fmla="val 13830"/>
            </a:avLst>
          </a:prstGeom>
          <a:solidFill>
            <a:srgbClr val="E74444"/>
          </a:solidFill>
          <a:effectLst>
            <a:outerShdw blurRad="50800" dist="38100" dir="5400000" algn="t" rotWithShape="0">
              <a:prstClr val="black">
                <a:alpha val="40000"/>
              </a:prstClr>
            </a:outerShdw>
          </a:effectLst>
        </p:spPr>
        <p:txBody>
          <a:bodyPr wrap="square" tIns="72000" bIns="36000">
            <a:noAutofit/>
          </a:bodyPr>
          <a:lstStyle>
            <a:lvl1pPr marL="0" indent="0" algn="l" eaLnBrk="1" hangingPunct="1">
              <a:spcBef>
                <a:spcPts val="0"/>
              </a:spcBef>
              <a:buNone/>
              <a:defRPr b="1">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ja-JP" altLang="en-US"/>
              <a:t>リード文が</a:t>
            </a:r>
            <a:r>
              <a:rPr kumimoji="1" lang="en-US" altLang="ja-JP"/>
              <a:t>1</a:t>
            </a:r>
            <a:r>
              <a:rPr kumimoji="1" lang="ja-JP" altLang="en-US"/>
              <a:t>行でおさまる場合はこのレイアウトで入力</a:t>
            </a:r>
          </a:p>
        </p:txBody>
      </p:sp>
      <p:sp>
        <p:nvSpPr>
          <p:cNvPr id="12" name="コンテンツ プレースホルダー"/>
          <p:cNvSpPr>
            <a:spLocks noGrp="1"/>
          </p:cNvSpPr>
          <p:nvPr>
            <p:ph sz="quarter" idx="10" hasCustomPrompt="1"/>
          </p:nvPr>
        </p:nvSpPr>
        <p:spPr bwMode="gray">
          <a:xfrm>
            <a:off x="239185" y="1413188"/>
            <a:ext cx="11713633" cy="504000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14346642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d 2 lines &amp; Content(white)">
    <p:bg bwMode="gray">
      <p:bgPr>
        <a:solidFill>
          <a:schemeClr val="bg1"/>
        </a:solidFill>
        <a:effectLst/>
      </p:bgPr>
    </p:bg>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1303313-1FE2-47D2-A038-3474AB6C60E2}"/>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9" name="テキスト プレースホルダー"/>
          <p:cNvSpPr>
            <a:spLocks noGrp="1"/>
          </p:cNvSpPr>
          <p:nvPr>
            <p:ph type="body" sz="quarter" idx="11" hasCustomPrompt="1"/>
          </p:nvPr>
        </p:nvSpPr>
        <p:spPr bwMode="ltGray">
          <a:xfrm>
            <a:off x="239184" y="836613"/>
            <a:ext cx="11712000" cy="756000"/>
          </a:xfrm>
          <a:prstGeom prst="roundRect">
            <a:avLst>
              <a:gd name="adj" fmla="val 7924"/>
            </a:avLst>
          </a:prstGeom>
          <a:solidFill>
            <a:srgbClr val="E74444"/>
          </a:solidFill>
          <a:effectLst>
            <a:outerShdw blurRad="50800" dist="38100" dir="5400000" algn="t" rotWithShape="0">
              <a:prstClr val="black">
                <a:alpha val="40000"/>
              </a:prstClr>
            </a:outerShdw>
          </a:effectLst>
        </p:spPr>
        <p:txBody>
          <a:bodyPr tIns="72000" bIns="36000" anchor="ctr">
            <a:noAutofit/>
          </a:bodyPr>
          <a:lstStyle>
            <a:lvl1pPr marL="0" indent="0" algn="l" eaLnBrk="1" hangingPunct="1">
              <a:spcBef>
                <a:spcPts val="0"/>
              </a:spcBef>
              <a:buNone/>
              <a:defRPr b="1">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ja-JP" altLang="en-US"/>
              <a:t>リード文が</a:t>
            </a:r>
            <a:r>
              <a:rPr kumimoji="1" lang="en-US" altLang="ja-JP"/>
              <a:t>2</a:t>
            </a:r>
            <a:r>
              <a:rPr kumimoji="1" lang="ja-JP" altLang="en-US"/>
              <a:t>行にわたる場合は</a:t>
            </a:r>
            <a:br>
              <a:rPr kumimoji="1" lang="en-US" altLang="ja-JP"/>
            </a:br>
            <a:r>
              <a:rPr kumimoji="1" lang="ja-JP" altLang="en-US"/>
              <a:t>このレイアウトで入力</a:t>
            </a:r>
          </a:p>
        </p:txBody>
      </p:sp>
      <p:sp>
        <p:nvSpPr>
          <p:cNvPr id="10" name="コンテンツ プレースホルダー"/>
          <p:cNvSpPr>
            <a:spLocks noGrp="1"/>
          </p:cNvSpPr>
          <p:nvPr>
            <p:ph sz="quarter" idx="10" hasCustomPrompt="1"/>
          </p:nvPr>
        </p:nvSpPr>
        <p:spPr bwMode="gray">
          <a:xfrm>
            <a:off x="237883" y="1737188"/>
            <a:ext cx="11713301" cy="4714412"/>
          </a:xfrm>
        </p:spPr>
        <p:txBody>
          <a:bodyPr vert="horz" lIns="90000" tIns="46800" rIns="90000" bIns="46800" rtlCol="0">
            <a:noAutofit/>
          </a:bodyPr>
          <a:lstStyle>
            <a:lvl1pPr>
              <a:defRPr lang="ja-JP" altLang="en-US" i="0" u="none" strike="noStrike" kern="0" cap="none" spc="0" normalizeH="0" baseline="0" dirty="0" smtClean="0">
                <a:ln>
                  <a:noFill/>
                </a:ln>
                <a:solidFill>
                  <a:srgbClr val="4B4B4B"/>
                </a:solidFill>
                <a:effectLst/>
                <a:uLnTx/>
                <a:uFillTx/>
              </a:defRPr>
            </a:lvl1pPr>
            <a:lvl2pPr>
              <a:defRPr lang="ja-JP" altLang="en-US" i="0" u="none" strike="noStrike" kern="0" cap="none" spc="0" normalizeH="0" baseline="0" dirty="0" smtClean="0">
                <a:ln>
                  <a:noFill/>
                </a:ln>
                <a:solidFill>
                  <a:srgbClr val="4B4B4B"/>
                </a:solidFill>
                <a:effectLst/>
                <a:uLnTx/>
                <a:uFillTx/>
              </a:defRPr>
            </a:lvl2pPr>
            <a:lvl3pPr>
              <a:defRPr lang="ja-JP" altLang="en-US" i="0" u="none" strike="noStrike" kern="0" cap="none" spc="0" normalizeH="0" baseline="0" dirty="0" smtClean="0">
                <a:ln>
                  <a:noFill/>
                </a:ln>
                <a:solidFill>
                  <a:srgbClr val="4B4B4B"/>
                </a:solidFill>
                <a:effectLst/>
                <a:uLnTx/>
                <a:uFillTx/>
              </a:defRPr>
            </a:lvl3pPr>
            <a:lvl4pPr>
              <a:defRPr lang="ja-JP" altLang="en-US" i="0" u="none" strike="noStrike" kern="0" cap="none" spc="0" normalizeH="0" baseline="0" dirty="0" smtClean="0">
                <a:ln>
                  <a:noFill/>
                </a:ln>
                <a:solidFill>
                  <a:srgbClr val="4B4B4B"/>
                </a:solidFill>
                <a:effectLst/>
                <a:uLnTx/>
                <a:uFillTx/>
              </a:defRPr>
            </a:lvl4pPr>
          </a:lstStyle>
          <a:p>
            <a:pPr marR="0" lvl="0" defTabSz="914400" eaLnBrk="0" latinLnBrk="0">
              <a:lnSpc>
                <a:spcPct val="100000"/>
              </a:lnSpc>
              <a:buClr>
                <a:srgbClr val="002B62"/>
              </a:buClr>
              <a:buSzTx/>
              <a:tabLst/>
            </a:pPr>
            <a:r>
              <a:rPr kumimoji="1" lang="ja-JP" altLang="en-US"/>
              <a:t>本文を入力</a:t>
            </a:r>
          </a:p>
          <a:p>
            <a:pPr marR="0" lvl="1" defTabSz="914400" eaLnBrk="0" latinLnBrk="0">
              <a:lnSpc>
                <a:spcPct val="100000"/>
              </a:lnSpc>
              <a:buClr>
                <a:srgbClr val="002B62"/>
              </a:buClr>
              <a:buSzTx/>
              <a:tabLst/>
            </a:pPr>
            <a:r>
              <a:rPr kumimoji="1" lang="ja-JP" altLang="en-US"/>
              <a:t>第</a:t>
            </a:r>
            <a:r>
              <a:rPr kumimoji="1" lang="en-US" altLang="ja-JP"/>
              <a:t>2</a:t>
            </a:r>
            <a:r>
              <a:rPr kumimoji="1" lang="ja-JP" altLang="en-US"/>
              <a:t>レベル</a:t>
            </a:r>
          </a:p>
          <a:p>
            <a:pPr marR="0" lvl="2" defTabSz="914400" eaLnBrk="0" latinLnBrk="0">
              <a:lnSpc>
                <a:spcPct val="100000"/>
              </a:lnSpc>
              <a:buClr>
                <a:srgbClr val="002B62"/>
              </a:buClr>
              <a:buSzTx/>
              <a:tabLst/>
            </a:pPr>
            <a:r>
              <a:rPr kumimoji="1" lang="ja-JP" altLang="en-US"/>
              <a:t>第</a:t>
            </a:r>
            <a:r>
              <a:rPr kumimoji="1" lang="en-US" altLang="ja-JP"/>
              <a:t>3</a:t>
            </a:r>
            <a:r>
              <a:rPr kumimoji="1" lang="ja-JP" altLang="en-US"/>
              <a:t>レベル</a:t>
            </a:r>
          </a:p>
          <a:p>
            <a:pPr marR="0" lvl="3" defTabSz="914400" eaLnBrk="0" latinLnBrk="0">
              <a:lnSpc>
                <a:spcPct val="100000"/>
              </a:lnSpc>
              <a:buClr>
                <a:srgbClr val="002B62"/>
              </a:buClr>
              <a:buSzTx/>
              <a:tabLst/>
            </a:pPr>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3186924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white)">
    <p:bg bwMode="gray">
      <p:bgPr>
        <a:solidFill>
          <a:schemeClr val="bg1"/>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3B13ACA-8E29-4EB3-8ACB-32C4F44D26DD}"/>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6" name="コンテンツ プレースホルダー"/>
          <p:cNvSpPr>
            <a:spLocks noGrp="1"/>
          </p:cNvSpPr>
          <p:nvPr>
            <p:ph sz="quarter" idx="10" hasCustomPrompt="1"/>
          </p:nvPr>
        </p:nvSpPr>
        <p:spPr bwMode="gray">
          <a:xfrm>
            <a:off x="239184" y="836613"/>
            <a:ext cx="5664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
        <p:nvSpPr>
          <p:cNvPr id="7" name="コンテンツ プレースホルダー"/>
          <p:cNvSpPr>
            <a:spLocks noGrp="1"/>
          </p:cNvSpPr>
          <p:nvPr>
            <p:ph sz="quarter" idx="11" hasCustomPrompt="1"/>
          </p:nvPr>
        </p:nvSpPr>
        <p:spPr bwMode="gray">
          <a:xfrm>
            <a:off x="6288817" y="836613"/>
            <a:ext cx="5664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461328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rporate Mark">
    <p:spTree>
      <p:nvGrpSpPr>
        <p:cNvPr id="1" name=""/>
        <p:cNvGrpSpPr/>
        <p:nvPr/>
      </p:nvGrpSpPr>
      <p:grpSpPr>
        <a:xfrm>
          <a:off x="0" y="0"/>
          <a:ext cx="0" cy="0"/>
          <a:chOff x="0" y="0"/>
          <a:chExt cx="0" cy="0"/>
        </a:xfrm>
      </p:grpSpPr>
      <p:sp>
        <p:nvSpPr>
          <p:cNvPr id="7" name="テキスト ボックス 2">
            <a:extLst>
              <a:ext uri="{FF2B5EF4-FFF2-40B4-BE49-F238E27FC236}">
                <a16:creationId xmlns:a16="http://schemas.microsoft.com/office/drawing/2014/main" id="{D4498A54-8BF3-55C4-C03F-BA73580419B6}"/>
              </a:ext>
            </a:extLst>
          </p:cNvPr>
          <p:cNvSpPr txBox="1">
            <a:spLocks noChangeArrowheads="1"/>
          </p:cNvSpPr>
          <p:nvPr userDrawn="1"/>
        </p:nvSpPr>
        <p:spPr bwMode="auto">
          <a:xfrm>
            <a:off x="1" y="6627168"/>
            <a:ext cx="3681505" cy="230832"/>
          </a:xfrm>
          <a:prstGeom prst="rect">
            <a:avLst/>
          </a:prstGeom>
          <a:solidFill>
            <a:schemeClr val="bg1"/>
          </a:solid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sz="900">
                <a:solidFill>
                  <a:srgbClr val="4B4B4B"/>
                </a:solidFill>
                <a:latin typeface="メイリオ" panose="020B0604030504040204" pitchFamily="50" charset="-128"/>
                <a:ea typeface="メイリオ" panose="020B0604030504040204" pitchFamily="50" charset="-128"/>
              </a:rPr>
              <a:t>© CAL CO., LTD.</a:t>
            </a:r>
          </a:p>
        </p:txBody>
      </p:sp>
      <p:sp>
        <p:nvSpPr>
          <p:cNvPr id="8" name="テキスト ボックス 1">
            <a:extLst>
              <a:ext uri="{FF2B5EF4-FFF2-40B4-BE49-F238E27FC236}">
                <a16:creationId xmlns:a16="http://schemas.microsoft.com/office/drawing/2014/main" id="{7BE1FB58-0406-4008-BDD3-D5F65C1F2E5D}"/>
              </a:ext>
            </a:extLst>
          </p:cNvPr>
          <p:cNvSpPr txBox="1">
            <a:spLocks noChangeArrowheads="1"/>
          </p:cNvSpPr>
          <p:nvPr userDrawn="1"/>
        </p:nvSpPr>
        <p:spPr bwMode="auto">
          <a:xfrm>
            <a:off x="0" y="6211670"/>
            <a:ext cx="12192000" cy="415498"/>
          </a:xfrm>
          <a:prstGeom prst="rect">
            <a:avLst/>
          </a:prstGeom>
          <a:solidFill>
            <a:schemeClr val="bg1"/>
          </a:solid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700">
                <a:solidFill>
                  <a:srgbClr val="4B4B4B"/>
                </a:solidFill>
                <a:latin typeface="メイリオ" panose="020B0604030504040204" pitchFamily="50" charset="-128"/>
                <a:ea typeface="メイリオ" panose="020B0604030504040204" pitchFamily="50" charset="-128"/>
              </a:rPr>
              <a:t>本資料に記載されます製品の仕様等は予告なく変更になる場合があります。</a:t>
            </a:r>
            <a:endParaRPr lang="en-US" altLang="ja-JP" sz="700">
              <a:solidFill>
                <a:srgbClr val="4B4B4B"/>
              </a:solidFill>
              <a:latin typeface="メイリオ" panose="020B0604030504040204" pitchFamily="50" charset="-128"/>
              <a:ea typeface="メイリオ" panose="020B0604030504040204" pitchFamily="50" charset="-128"/>
            </a:endParaRPr>
          </a:p>
          <a:p>
            <a:r>
              <a:rPr lang="ja-JP" altLang="en-US" sz="700">
                <a:solidFill>
                  <a:srgbClr val="4B4B4B"/>
                </a:solidFill>
                <a:latin typeface="メイリオ" panose="020B0604030504040204" pitchFamily="50" charset="-128"/>
                <a:ea typeface="メイリオ" panose="020B0604030504040204" pitchFamily="50" charset="-128"/>
              </a:rPr>
              <a:t>記載された会社名、製品名等は各社の登録商標もしくは商標です。</a:t>
            </a:r>
            <a:endParaRPr lang="en-US" altLang="ja-JP" sz="700">
              <a:solidFill>
                <a:srgbClr val="4B4B4B"/>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a:solidFill>
                  <a:srgbClr val="404040"/>
                </a:solidFill>
                <a:latin typeface="メイリオ" panose="020B0604030504040204" pitchFamily="50" charset="-128"/>
                <a:ea typeface="メイリオ" panose="020B0604030504040204" pitchFamily="50" charset="-128"/>
              </a:rPr>
              <a:t>本書には、当社の著作物が含まれます。当該目的以外に使用、複製、関係者以外への配布はご遠慮ください。</a:t>
            </a:r>
          </a:p>
        </p:txBody>
      </p:sp>
      <p:pic>
        <p:nvPicPr>
          <p:cNvPr id="2" name="図 1" descr="グラフィカル ユーザー インターフェイス, アプリケーション&#10;&#10;自動的に生成された説明">
            <a:extLst>
              <a:ext uri="{FF2B5EF4-FFF2-40B4-BE49-F238E27FC236}">
                <a16:creationId xmlns:a16="http://schemas.microsoft.com/office/drawing/2014/main" id="{419C5490-4439-3D4C-64B4-6902C8A05D02}"/>
              </a:ext>
            </a:extLst>
          </p:cNvPr>
          <p:cNvPicPr>
            <a:picLocks noChangeAspect="1"/>
          </p:cNvPicPr>
          <p:nvPr userDrawn="1"/>
        </p:nvPicPr>
        <p:blipFill>
          <a:blip r:embed="rId2"/>
          <a:stretch>
            <a:fillRect/>
          </a:stretch>
        </p:blipFill>
        <p:spPr>
          <a:xfrm>
            <a:off x="3512713" y="2957549"/>
            <a:ext cx="4933454" cy="1326887"/>
          </a:xfrm>
          <a:prstGeom prst="rect">
            <a:avLst/>
          </a:prstGeom>
        </p:spPr>
      </p:pic>
      <p:sp>
        <p:nvSpPr>
          <p:cNvPr id="3" name="テキスト ボックス 2">
            <a:extLst>
              <a:ext uri="{FF2B5EF4-FFF2-40B4-BE49-F238E27FC236}">
                <a16:creationId xmlns:a16="http://schemas.microsoft.com/office/drawing/2014/main" id="{714A99EC-947B-0328-32B5-E3E55F10EE2E}"/>
              </a:ext>
            </a:extLst>
          </p:cNvPr>
          <p:cNvSpPr txBox="1">
            <a:spLocks noChangeArrowheads="1"/>
          </p:cNvSpPr>
          <p:nvPr userDrawn="1"/>
        </p:nvSpPr>
        <p:spPr bwMode="auto">
          <a:xfrm>
            <a:off x="4541778" y="3092341"/>
            <a:ext cx="3223245" cy="584775"/>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r" eaLnBrk="1" hangingPunct="1"/>
            <a:r>
              <a:rPr lang="ja-JP" altLang="en-US" sz="2000" b="1">
                <a:solidFill>
                  <a:srgbClr val="4B4B4B"/>
                </a:solidFill>
                <a:latin typeface="メイリオ" panose="020B0604030504040204" pitchFamily="50" charset="-128"/>
                <a:ea typeface="メイリオ" panose="020B0604030504040204" pitchFamily="50" charset="-128"/>
                <a:cs typeface="Estrangelo Edessa" panose="03080600000000000000" pitchFamily="66" charset="0"/>
              </a:rPr>
              <a:t>キャル株式会社</a:t>
            </a:r>
            <a:endParaRPr lang="en-US" altLang="ja-JP" sz="2000" b="1">
              <a:solidFill>
                <a:srgbClr val="4B4B4B"/>
              </a:solidFill>
              <a:latin typeface="メイリオ" panose="020B0604030504040204" pitchFamily="50" charset="-128"/>
              <a:ea typeface="メイリオ" panose="020B0604030504040204" pitchFamily="50" charset="-128"/>
              <a:cs typeface="Estrangelo Edessa" panose="03080600000000000000" pitchFamily="66" charset="0"/>
            </a:endParaRPr>
          </a:p>
          <a:p>
            <a:pPr algn="r" eaLnBrk="1" hangingPunct="1"/>
            <a:r>
              <a:rPr lang="en-US" altLang="ja-JP" sz="1100" b="1">
                <a:solidFill>
                  <a:srgbClr val="4B4B4B"/>
                </a:solidFill>
                <a:latin typeface="+mn-ea"/>
                <a:ea typeface="+mn-ea"/>
                <a:cs typeface="Estrangelo Edessa" panose="03080600000000000000" pitchFamily="66" charset="0"/>
              </a:rPr>
              <a:t>https://www.cal.co.jp/       </a:t>
            </a:r>
          </a:p>
        </p:txBody>
      </p:sp>
    </p:spTree>
    <p:extLst>
      <p:ext uri="{BB962C8B-B14F-4D97-AF65-F5344CB8AC3E}">
        <p14:creationId xmlns:p14="http://schemas.microsoft.com/office/powerpoint/2010/main" val="9430801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E51D703-5CE6-4766-9570-70772CCE6749}"/>
              </a:ext>
            </a:extLst>
          </p:cNvPr>
          <p:cNvSpPr/>
          <p:nvPr userDrawn="1"/>
        </p:nvSpPr>
        <p:spPr bwMode="auto">
          <a:xfrm>
            <a:off x="0" y="3562350"/>
            <a:ext cx="12192000" cy="3295650"/>
          </a:xfrm>
          <a:prstGeom prst="rect">
            <a:avLst/>
          </a:prstGeom>
          <a:solidFill>
            <a:srgbClr val="E74444"/>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
        <p:nvSpPr>
          <p:cNvPr id="4" name="タイトル"/>
          <p:cNvSpPr>
            <a:spLocks noGrp="1"/>
          </p:cNvSpPr>
          <p:nvPr>
            <p:ph type="title" hasCustomPrompt="1"/>
          </p:nvPr>
        </p:nvSpPr>
        <p:spPr bwMode="gray">
          <a:xfrm>
            <a:off x="239351" y="2567516"/>
            <a:ext cx="11712000" cy="528794"/>
          </a:xfrm>
        </p:spPr>
        <p:txBody>
          <a:bodyPr anchor="b" anchorCtr="0">
            <a:spAutoFit/>
          </a:bodyPr>
          <a:lstStyle>
            <a:lvl1pPr>
              <a:defRPr sz="3200">
                <a:solidFill>
                  <a:srgbClr val="4B4B4B"/>
                </a:solidFill>
                <a:effectLst/>
              </a:defRPr>
            </a:lvl1pPr>
          </a:lstStyle>
          <a:p>
            <a:r>
              <a:rPr kumimoji="1" lang="ja-JP" altLang="en-US"/>
              <a:t>タイトルを入力</a:t>
            </a:r>
          </a:p>
        </p:txBody>
      </p:sp>
      <p:sp>
        <p:nvSpPr>
          <p:cNvPr id="6" name="テキスト プレースホルダー"/>
          <p:cNvSpPr>
            <a:spLocks noGrp="1"/>
          </p:cNvSpPr>
          <p:nvPr>
            <p:ph type="body" sz="quarter" idx="11" hasCustomPrompt="1"/>
          </p:nvPr>
        </p:nvSpPr>
        <p:spPr>
          <a:xfrm>
            <a:off x="239352" y="1207923"/>
            <a:ext cx="7787049" cy="360000"/>
          </a:xfrm>
        </p:spPr>
        <p:txBody>
          <a:bodyPr>
            <a:noAutofit/>
          </a:bodyPr>
          <a:lstStyle>
            <a:lvl1pPr marL="0" indent="0">
              <a:buNone/>
              <a:defRPr sz="2400" b="1">
                <a:solidFill>
                  <a:srgbClr val="4B4B4B"/>
                </a:solidFill>
              </a:defRPr>
            </a:lvl1pPr>
          </a:lstStyle>
          <a:p>
            <a:r>
              <a:rPr lang="ja-JP" altLang="en-US"/>
              <a:t>宛先がある場合は入力</a:t>
            </a:r>
          </a:p>
        </p:txBody>
      </p:sp>
      <p:sp>
        <p:nvSpPr>
          <p:cNvPr id="5" name="テキスト プレースホルダー"/>
          <p:cNvSpPr>
            <a:spLocks noGrp="1"/>
          </p:cNvSpPr>
          <p:nvPr>
            <p:ph type="body" sz="quarter" idx="10" hasCustomPrompt="1"/>
          </p:nvPr>
        </p:nvSpPr>
        <p:spPr bwMode="invGray">
          <a:xfrm>
            <a:off x="239519" y="3207277"/>
            <a:ext cx="11711832" cy="369332"/>
          </a:xfrm>
        </p:spPr>
        <p:txBody>
          <a:bodyPr wrap="square">
            <a:spAutoFit/>
          </a:bodyPr>
          <a:lstStyle>
            <a:lvl1pPr marL="0" indent="0">
              <a:buNone/>
              <a:defRPr sz="1800" baseline="0">
                <a:solidFill>
                  <a:srgbClr val="404040"/>
                </a:solidFill>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ja-JP" altLang="en-US"/>
              <a:t>サブタイトルがあれば入力</a:t>
            </a:r>
          </a:p>
        </p:txBody>
      </p:sp>
      <p:sp>
        <p:nvSpPr>
          <p:cNvPr id="8" name="Credit"/>
          <p:cNvSpPr txBox="1"/>
          <p:nvPr userDrawn="1"/>
        </p:nvSpPr>
        <p:spPr bwMode="black">
          <a:xfrm>
            <a:off x="104503" y="6557649"/>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bg1"/>
                </a:solidFill>
                <a:effectLst/>
                <a:uLnTx/>
                <a:uFillTx/>
                <a:latin typeface="+mn-lt"/>
                <a:ea typeface="+mn-ea"/>
                <a:cs typeface="+mn-cs"/>
              </a:rPr>
              <a:t>© CAL CO.,LTD.</a:t>
            </a:r>
          </a:p>
        </p:txBody>
      </p:sp>
      <p:cxnSp>
        <p:nvCxnSpPr>
          <p:cNvPr id="10" name="直線コネクタ 9">
            <a:extLst>
              <a:ext uri="{FF2B5EF4-FFF2-40B4-BE49-F238E27FC236}">
                <a16:creationId xmlns:a16="http://schemas.microsoft.com/office/drawing/2014/main" id="{CFB5C7E3-A984-4C80-BD81-0519C1C8E73B}"/>
              </a:ext>
            </a:extLst>
          </p:cNvPr>
          <p:cNvCxnSpPr/>
          <p:nvPr userDrawn="1"/>
        </p:nvCxnSpPr>
        <p:spPr bwMode="auto">
          <a:xfrm>
            <a:off x="239519" y="6076950"/>
            <a:ext cx="11711832" cy="0"/>
          </a:xfrm>
          <a:prstGeom prst="line">
            <a:avLst/>
          </a:prstGeom>
          <a:solidFill>
            <a:schemeClr val="bg1"/>
          </a:solidFill>
          <a:ln w="76200" cap="flat" cmpd="sng" algn="ctr">
            <a:solidFill>
              <a:schemeClr val="bg1">
                <a:alpha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13" name="直線コネクタ 12">
            <a:extLst>
              <a:ext uri="{FF2B5EF4-FFF2-40B4-BE49-F238E27FC236}">
                <a16:creationId xmlns:a16="http://schemas.microsoft.com/office/drawing/2014/main" id="{A2CCE1C7-B398-4FD4-B5BC-DED80E0E7914}"/>
              </a:ext>
            </a:extLst>
          </p:cNvPr>
          <p:cNvCxnSpPr/>
          <p:nvPr userDrawn="1"/>
        </p:nvCxnSpPr>
        <p:spPr bwMode="auto">
          <a:xfrm>
            <a:off x="239519" y="6229350"/>
            <a:ext cx="11711832" cy="0"/>
          </a:xfrm>
          <a:prstGeom prst="line">
            <a:avLst/>
          </a:prstGeom>
          <a:solidFill>
            <a:schemeClr val="bg1"/>
          </a:solidFill>
          <a:ln w="76200" cap="flat" cmpd="sng" algn="ctr">
            <a:solidFill>
              <a:schemeClr val="bg1">
                <a:alpha val="7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14" name="直線コネクタ 13">
            <a:extLst>
              <a:ext uri="{FF2B5EF4-FFF2-40B4-BE49-F238E27FC236}">
                <a16:creationId xmlns:a16="http://schemas.microsoft.com/office/drawing/2014/main" id="{8D64B1BC-B9D5-4FEE-B285-4346EF85291B}"/>
              </a:ext>
            </a:extLst>
          </p:cNvPr>
          <p:cNvCxnSpPr/>
          <p:nvPr userDrawn="1"/>
        </p:nvCxnSpPr>
        <p:spPr bwMode="auto">
          <a:xfrm>
            <a:off x="239519" y="6391275"/>
            <a:ext cx="11711832" cy="0"/>
          </a:xfrm>
          <a:prstGeom prst="line">
            <a:avLst/>
          </a:prstGeom>
          <a:solidFill>
            <a:schemeClr val="bg1"/>
          </a:solidFill>
          <a:ln w="76200" cap="flat" cmpd="sng" algn="ctr">
            <a:solidFill>
              <a:schemeClr val="bg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sp>
        <p:nvSpPr>
          <p:cNvPr id="18" name="Credit">
            <a:extLst>
              <a:ext uri="{FF2B5EF4-FFF2-40B4-BE49-F238E27FC236}">
                <a16:creationId xmlns:a16="http://schemas.microsoft.com/office/drawing/2014/main" id="{CFC4C04B-4F92-47DD-9702-D60E69F9966F}"/>
              </a:ext>
            </a:extLst>
          </p:cNvPr>
          <p:cNvSpPr txBox="1"/>
          <p:nvPr userDrawn="1"/>
        </p:nvSpPr>
        <p:spPr bwMode="black">
          <a:xfrm>
            <a:off x="4864964" y="6597840"/>
            <a:ext cx="2663301"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chemeClr val="bg1"/>
                </a:solidFill>
                <a:effectLst/>
                <a:uLnTx/>
                <a:uFillTx/>
                <a:latin typeface="+mn-lt"/>
                <a:ea typeface="+mn-ea"/>
                <a:cs typeface="+mn-cs"/>
              </a:rPr>
              <a:t>【 </a:t>
            </a:r>
            <a:r>
              <a:rPr kumimoji="1" lang="ja-JP" altLang="en-US" sz="900" b="1" i="0" u="none" strike="noStrike" kern="1200" cap="none" spc="0" normalizeH="0" baseline="0" noProof="0">
                <a:ln>
                  <a:noFill/>
                </a:ln>
                <a:solidFill>
                  <a:schemeClr val="bg1"/>
                </a:solidFill>
                <a:effectLst/>
                <a:uLnTx/>
                <a:uFillTx/>
                <a:latin typeface="+mn-lt"/>
                <a:ea typeface="+mn-ea"/>
                <a:cs typeface="+mn-cs"/>
              </a:rPr>
              <a:t>関係者外秘：</a:t>
            </a:r>
            <a:r>
              <a:rPr kumimoji="1" lang="en-US" altLang="ja-JP" sz="900" b="1" i="0" u="none" strike="noStrike" kern="1200" cap="none" spc="0" normalizeH="0" baseline="0" noProof="0">
                <a:ln>
                  <a:noFill/>
                </a:ln>
                <a:solidFill>
                  <a:schemeClr val="bg1"/>
                </a:solidFill>
                <a:effectLst/>
                <a:uLnTx/>
                <a:uFillTx/>
                <a:latin typeface="+mn-lt"/>
                <a:ea typeface="+mn-ea"/>
                <a:cs typeface="+mn-cs"/>
              </a:rPr>
              <a:t>RESTRICTED 】</a:t>
            </a:r>
          </a:p>
        </p:txBody>
      </p:sp>
      <p:sp>
        <p:nvSpPr>
          <p:cNvPr id="7" name="テキスト プレースホルダー 11">
            <a:extLst>
              <a:ext uri="{FF2B5EF4-FFF2-40B4-BE49-F238E27FC236}">
                <a16:creationId xmlns:a16="http://schemas.microsoft.com/office/drawing/2014/main" id="{143E9E0F-E3FF-32B9-6D96-9F591C2213F3}"/>
              </a:ext>
            </a:extLst>
          </p:cNvPr>
          <p:cNvSpPr>
            <a:spLocks noGrp="1"/>
          </p:cNvSpPr>
          <p:nvPr>
            <p:ph type="body" sz="quarter" idx="12" hasCustomPrompt="1"/>
          </p:nvPr>
        </p:nvSpPr>
        <p:spPr>
          <a:xfrm>
            <a:off x="239352" y="3716695"/>
            <a:ext cx="11712000" cy="1093430"/>
          </a:xfrm>
        </p:spPr>
        <p:txBody>
          <a:bodyPr>
            <a:noAutofit/>
          </a:bodyPr>
          <a:lstStyle>
            <a:lvl1pPr marL="0" indent="0" algn="l">
              <a:buNone/>
              <a:defRPr sz="1800" b="1">
                <a:solidFill>
                  <a:schemeClr val="bg1"/>
                </a:solidFill>
                <a:latin typeface="+mn-ea"/>
                <a:ea typeface="+mn-ea"/>
              </a:defRPr>
            </a:lvl1pPr>
            <a:lvl2pPr marL="180000" indent="0">
              <a:buNone/>
              <a:defRPr/>
            </a:lvl2pPr>
            <a:lvl3pPr marL="360000" indent="0">
              <a:buNone/>
              <a:defRPr/>
            </a:lvl3pPr>
            <a:lvl4pPr marL="468000" indent="0">
              <a:buNone/>
              <a:defRPr/>
            </a:lvl4pPr>
            <a:lvl5pPr marL="577850" indent="0">
              <a:buNone/>
              <a:defRPr/>
            </a:lvl5pPr>
          </a:lstStyle>
          <a:p>
            <a:pPr lvl="0"/>
            <a:r>
              <a:rPr kumimoji="1" lang="en-US" altLang="ja-JP"/>
              <a:t>2024</a:t>
            </a:r>
            <a:r>
              <a:rPr kumimoji="1" lang="ja-JP" altLang="en-US"/>
              <a:t>年</a:t>
            </a:r>
            <a:r>
              <a:rPr kumimoji="1" lang="en-US" altLang="ja-JP"/>
              <a:t>xx</a:t>
            </a:r>
            <a:r>
              <a:rPr kumimoji="1" lang="ja-JP" altLang="en-US"/>
              <a:t>月</a:t>
            </a:r>
            <a:r>
              <a:rPr kumimoji="1" lang="en-US" altLang="ja-JP"/>
              <a:t>xx</a:t>
            </a:r>
            <a:r>
              <a:rPr kumimoji="1" lang="ja-JP" altLang="en-US"/>
              <a:t>日 </a:t>
            </a:r>
            <a:r>
              <a:rPr kumimoji="1" lang="en-US" altLang="ja-JP"/>
              <a:t>Rev.x.x.</a:t>
            </a:r>
          </a:p>
          <a:p>
            <a:pPr lvl="0"/>
            <a:r>
              <a:rPr kumimoji="1" lang="ja-JP" altLang="en-US"/>
              <a:t>キャル株式会社</a:t>
            </a:r>
            <a:r>
              <a:rPr kumimoji="1" lang="en-US" altLang="ja-JP"/>
              <a:t> </a:t>
            </a:r>
            <a:r>
              <a:rPr kumimoji="1" lang="ja-JP" altLang="en-US"/>
              <a:t>受託開発部</a:t>
            </a:r>
          </a:p>
        </p:txBody>
      </p:sp>
      <p:sp>
        <p:nvSpPr>
          <p:cNvPr id="11" name="テキスト プレースホルダー 8">
            <a:extLst>
              <a:ext uri="{FF2B5EF4-FFF2-40B4-BE49-F238E27FC236}">
                <a16:creationId xmlns:a16="http://schemas.microsoft.com/office/drawing/2014/main" id="{B0C8E3C1-F288-8A9C-568F-311B789477C6}"/>
              </a:ext>
            </a:extLst>
          </p:cNvPr>
          <p:cNvSpPr>
            <a:spLocks noGrp="1"/>
          </p:cNvSpPr>
          <p:nvPr>
            <p:ph type="body" sz="quarter" idx="13" hasCustomPrompt="1"/>
          </p:nvPr>
        </p:nvSpPr>
        <p:spPr>
          <a:xfrm>
            <a:off x="9414345" y="978089"/>
            <a:ext cx="2537008" cy="322602"/>
          </a:xfrm>
          <a:noFill/>
          <a:ln w="38100">
            <a:solidFill>
              <a:schemeClr val="accent2"/>
            </a:solidFill>
          </a:ln>
        </p:spPr>
        <p:txBody>
          <a:bodyPr>
            <a:normAutofit/>
          </a:bodyPr>
          <a:lstStyle>
            <a:lvl1pPr marL="0" indent="0">
              <a:buNone/>
              <a:defRPr sz="1400" b="1">
                <a:solidFill>
                  <a:schemeClr val="accent2"/>
                </a:solidFill>
              </a:defRPr>
            </a:lvl1pPr>
          </a:lstStyle>
          <a:p>
            <a:pPr lvl="0"/>
            <a:r>
              <a:rPr kumimoji="1" lang="ja-JP" altLang="en-US"/>
              <a:t>●開示範囲を記載</a:t>
            </a:r>
          </a:p>
        </p:txBody>
      </p:sp>
      <p:pic>
        <p:nvPicPr>
          <p:cNvPr id="12" name="図 11" descr="グラフィカル ユーザー インターフェイス, アプリケーション&#10;&#10;自動的に生成された説明">
            <a:extLst>
              <a:ext uri="{FF2B5EF4-FFF2-40B4-BE49-F238E27FC236}">
                <a16:creationId xmlns:a16="http://schemas.microsoft.com/office/drawing/2014/main" id="{02DFE7F2-B18C-FB75-4F6C-27B2A98CA10E}"/>
              </a:ext>
            </a:extLst>
          </p:cNvPr>
          <p:cNvPicPr>
            <a:picLocks noChangeAspect="1"/>
          </p:cNvPicPr>
          <p:nvPr userDrawn="1"/>
        </p:nvPicPr>
        <p:blipFill>
          <a:blip r:embed="rId2"/>
          <a:stretch>
            <a:fillRect/>
          </a:stretch>
        </p:blipFill>
        <p:spPr>
          <a:xfrm>
            <a:off x="9414345" y="222529"/>
            <a:ext cx="2537008" cy="682346"/>
          </a:xfrm>
          <a:prstGeom prst="rect">
            <a:avLst/>
          </a:prstGeom>
        </p:spPr>
      </p:pic>
    </p:spTree>
    <p:extLst>
      <p:ext uri="{BB962C8B-B14F-4D97-AF65-F5344CB8AC3E}">
        <p14:creationId xmlns:p14="http://schemas.microsoft.com/office/powerpoint/2010/main" val="31838333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9" name="テキスト ボックス 5">
            <a:extLst>
              <a:ext uri="{FF2B5EF4-FFF2-40B4-BE49-F238E27FC236}">
                <a16:creationId xmlns:a16="http://schemas.microsoft.com/office/drawing/2014/main" id="{F936ED59-D115-424D-8FCE-8A60E9449450}"/>
              </a:ext>
            </a:extLst>
          </p:cNvPr>
          <p:cNvSpPr txBox="1">
            <a:spLocks noChangeArrowheads="1"/>
          </p:cNvSpPr>
          <p:nvPr userDrawn="1"/>
        </p:nvSpPr>
        <p:spPr bwMode="auto">
          <a:xfrm>
            <a:off x="0" y="2924081"/>
            <a:ext cx="12192000" cy="822515"/>
          </a:xfrm>
          <a:prstGeom prst="rect">
            <a:avLst/>
          </a:prstGeom>
          <a:gradFill flip="none" rotWithShape="1">
            <a:gsLst>
              <a:gs pos="40000">
                <a:schemeClr val="bg1"/>
              </a:gs>
              <a:gs pos="100000">
                <a:srgbClr val="E74444"/>
              </a:gs>
            </a:gsLst>
            <a:lin ang="5400000" scaled="0"/>
            <a:tileRect/>
          </a:gradFill>
          <a:ln>
            <a:noFill/>
          </a:ln>
        </p:spPr>
        <p:txBody>
          <a:bodyPr lIns="72000" tIns="108000" rIns="144000" bIns="36000" anchor="ctr">
            <a:spAutoFit/>
          </a:bodyPr>
          <a:lstStyle>
            <a:lvl1pPr algn="l" eaLnBrk="0" hangingPunct="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1pPr>
            <a:lvl2pPr marL="742950" indent="-285750" algn="l"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2pPr>
            <a:lvl3pPr marL="1143000" indent="-228600" algn="l" eaLnBrk="0" hangingPunct="0">
              <a:spcBef>
                <a:spcPct val="20000"/>
              </a:spcBef>
              <a:buChar char="•"/>
              <a:defRPr kumimoji="1">
                <a:solidFill>
                  <a:schemeClr val="tx1"/>
                </a:solidFill>
                <a:latin typeface="Arial" panose="020B0604020202020204" pitchFamily="34" charset="0"/>
                <a:ea typeface="ＭＳ Ｐゴシック" panose="020B0600070205080204" pitchFamily="50" charset="-128"/>
              </a:defRPr>
            </a:lvl3pPr>
            <a:lvl4pPr marL="1600200" indent="-228600" algn="l" eaLnBrk="0" hangingPunct="0">
              <a:spcBef>
                <a:spcPct val="20000"/>
              </a:spcBef>
              <a:buChar char="–"/>
              <a:defRPr kumimoji="1" sz="1600">
                <a:solidFill>
                  <a:schemeClr val="tx1"/>
                </a:solidFill>
                <a:latin typeface="Arial" panose="020B0604020202020204" pitchFamily="34" charset="0"/>
                <a:ea typeface="ＭＳ Ｐゴシック" panose="020B0600070205080204" pitchFamily="50" charset="-128"/>
              </a:defRPr>
            </a:lvl4pPr>
            <a:lvl5pPr marL="2057400" indent="-228600" algn="l" eaLnBrk="0" hangingPunct="0">
              <a:spcBef>
                <a:spcPct val="20000"/>
              </a:spcBef>
              <a:buChar char="»"/>
              <a:defRPr kumimoji="1" sz="16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defRPr/>
            </a:pPr>
            <a:endParaRPr lang="ja-JP" altLang="en-US" sz="4400" b="1">
              <a:solidFill>
                <a:srgbClr val="404040"/>
              </a:solidFill>
              <a:latin typeface="メイリオ" panose="020B0604030504040204" pitchFamily="50" charset="-128"/>
              <a:ea typeface="メイリオ" panose="020B0604030504040204" pitchFamily="50" charset="-128"/>
            </a:endParaRPr>
          </a:p>
        </p:txBody>
      </p:sp>
      <p:sp>
        <p:nvSpPr>
          <p:cNvPr id="11" name="タイトル">
            <a:extLst>
              <a:ext uri="{FF2B5EF4-FFF2-40B4-BE49-F238E27FC236}">
                <a16:creationId xmlns:a16="http://schemas.microsoft.com/office/drawing/2014/main" id="{10690908-3637-4AB2-B373-CE565F510AF0}"/>
              </a:ext>
            </a:extLst>
          </p:cNvPr>
          <p:cNvSpPr>
            <a:spLocks noGrp="1"/>
          </p:cNvSpPr>
          <p:nvPr>
            <p:ph type="title" hasCustomPrompt="1"/>
          </p:nvPr>
        </p:nvSpPr>
        <p:spPr bwMode="gray">
          <a:xfrm>
            <a:off x="0" y="2935228"/>
            <a:ext cx="12192000" cy="775015"/>
          </a:xfrm>
        </p:spPr>
        <p:txBody>
          <a:bodyPr wrap="square" anchor="b" anchorCtr="0">
            <a:spAutoFit/>
          </a:bodyPr>
          <a:lstStyle>
            <a:lvl1pPr algn="r">
              <a:defRPr sz="4800">
                <a:solidFill>
                  <a:srgbClr val="404040"/>
                </a:solidFill>
                <a:effectLst/>
              </a:defRPr>
            </a:lvl1pPr>
          </a:lstStyle>
          <a:p>
            <a:r>
              <a:rPr kumimoji="1" lang="ja-JP" altLang="en-US"/>
              <a:t>タイトルを入力</a:t>
            </a:r>
          </a:p>
        </p:txBody>
      </p:sp>
      <p:sp>
        <p:nvSpPr>
          <p:cNvPr id="5" name="テキスト プレースホルダー"/>
          <p:cNvSpPr>
            <a:spLocks noGrp="1"/>
          </p:cNvSpPr>
          <p:nvPr>
            <p:ph type="body" sz="quarter" idx="10" hasCustomPrompt="1"/>
          </p:nvPr>
        </p:nvSpPr>
        <p:spPr bwMode="gray">
          <a:xfrm>
            <a:off x="239184" y="3852000"/>
            <a:ext cx="9601200" cy="1269578"/>
          </a:xfrm>
        </p:spPr>
        <p:txBody>
          <a:bodyPr>
            <a:spAutoFit/>
          </a:bodyPr>
          <a:lstStyle>
            <a:lvl1pPr marL="0" indent="0">
              <a:buNone/>
              <a:defRPr b="0">
                <a:solidFill>
                  <a:srgbClr val="404040"/>
                </a:solidFill>
              </a:defRPr>
            </a:lvl1pPr>
            <a:lvl2pPr marL="72000" indent="0">
              <a:buNone/>
              <a:defRPr sz="1800" b="0">
                <a:solidFill>
                  <a:srgbClr val="404040"/>
                </a:solidFill>
              </a:defRPr>
            </a:lvl2pPr>
            <a:lvl3pPr marL="222962" indent="0">
              <a:buNone/>
              <a:defRPr b="0">
                <a:solidFill>
                  <a:srgbClr val="404040"/>
                </a:solidFill>
              </a:defRPr>
            </a:lvl3pPr>
            <a:lvl4pPr marL="327787" indent="0">
              <a:buNone/>
              <a:defRPr b="0">
                <a:solidFill>
                  <a:srgbClr val="404040"/>
                </a:solidFill>
              </a:defRPr>
            </a:lvl4pPr>
            <a:lvl5pPr marL="311400" indent="0">
              <a:buNone/>
              <a:defRPr b="0"/>
            </a:lvl5pPr>
          </a:lstStyle>
          <a:p>
            <a:pPr lvl="0"/>
            <a:r>
              <a:rPr kumimoji="1" lang="ja-JP" altLang="en-US"/>
              <a:t>サブタイトルを入力</a:t>
            </a:r>
            <a:endParaRPr kumimoji="1" lang="en-US" altLang="ja-JP"/>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p:txBody>
      </p:sp>
      <p:sp>
        <p:nvSpPr>
          <p:cNvPr id="6" name="PageNumber"/>
          <p:cNvSpPr txBox="1"/>
          <p:nvPr userDrawn="1"/>
        </p:nvSpPr>
        <p:spPr bwMode="black">
          <a:xfrm>
            <a:off x="225080" y="6597840"/>
            <a:ext cx="912000" cy="23400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1" i="0" u="none" strike="noStrike" kern="1200" cap="none" spc="0" normalizeH="0" baseline="0" noProof="0" smtClean="0">
                <a:ln>
                  <a:noFill/>
                </a:ln>
                <a:solidFill>
                  <a:srgbClr val="404040"/>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1" i="0" u="none" strike="noStrike" kern="1200" cap="none" spc="0" normalizeH="0" baseline="0" noProof="0">
              <a:ln>
                <a:noFill/>
              </a:ln>
              <a:solidFill>
                <a:srgbClr val="404040"/>
              </a:solidFill>
              <a:effectLst/>
              <a:uLnTx/>
              <a:uFillTx/>
              <a:latin typeface="+mn-lt"/>
              <a:ea typeface="+mn-ea"/>
              <a:cs typeface="+mn-cs"/>
            </a:endParaRPr>
          </a:p>
        </p:txBody>
      </p:sp>
      <p:sp>
        <p:nvSpPr>
          <p:cNvPr id="7" name="Credit"/>
          <p:cNvSpPr txBox="1"/>
          <p:nvPr userDrawn="1"/>
        </p:nvSpPr>
        <p:spPr bwMode="black">
          <a:xfrm>
            <a:off x="881891" y="6597840"/>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404040"/>
                </a:solidFill>
                <a:effectLst/>
                <a:uLnTx/>
                <a:uFillTx/>
                <a:latin typeface="+mn-lt"/>
                <a:ea typeface="+mn-ea"/>
                <a:cs typeface="+mn-cs"/>
              </a:rPr>
              <a:t>© CAL CO.,LTD.</a:t>
            </a:r>
          </a:p>
        </p:txBody>
      </p:sp>
      <p:sp>
        <p:nvSpPr>
          <p:cNvPr id="8" name="Credit">
            <a:extLst>
              <a:ext uri="{FF2B5EF4-FFF2-40B4-BE49-F238E27FC236}">
                <a16:creationId xmlns:a16="http://schemas.microsoft.com/office/drawing/2014/main" id="{B4F61688-24B8-4A6E-A1A9-B815E6CD8CC3}"/>
              </a:ext>
            </a:extLst>
          </p:cNvPr>
          <p:cNvSpPr txBox="1"/>
          <p:nvPr userDrawn="1"/>
        </p:nvSpPr>
        <p:spPr bwMode="black">
          <a:xfrm>
            <a:off x="4864964" y="6597840"/>
            <a:ext cx="2663301"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404040"/>
                </a:solidFill>
                <a:effectLst/>
                <a:uLnTx/>
                <a:uFillTx/>
                <a:latin typeface="+mn-lt"/>
                <a:ea typeface="+mn-ea"/>
                <a:cs typeface="+mn-cs"/>
              </a:rPr>
              <a:t>【 </a:t>
            </a:r>
            <a:r>
              <a:rPr kumimoji="1" lang="ja-JP" altLang="en-US" sz="900" b="1" i="0" u="none" strike="noStrike" kern="1200" cap="none" spc="0" normalizeH="0" baseline="0" noProof="0">
                <a:ln>
                  <a:noFill/>
                </a:ln>
                <a:solidFill>
                  <a:srgbClr val="404040"/>
                </a:solidFill>
                <a:effectLst/>
                <a:uLnTx/>
                <a:uFillTx/>
                <a:latin typeface="+mn-lt"/>
                <a:ea typeface="+mn-ea"/>
                <a:cs typeface="+mn-cs"/>
              </a:rPr>
              <a:t>関係者外秘：</a:t>
            </a:r>
            <a:r>
              <a:rPr kumimoji="1" lang="en-US" altLang="ja-JP" sz="900" b="1" i="0" u="none" strike="noStrike" kern="1200" cap="none" spc="0" normalizeH="0" baseline="0" noProof="0">
                <a:ln>
                  <a:noFill/>
                </a:ln>
                <a:solidFill>
                  <a:srgbClr val="404040"/>
                </a:solidFill>
                <a:effectLst/>
                <a:uLnTx/>
                <a:uFillTx/>
                <a:latin typeface="+mn-lt"/>
                <a:ea typeface="+mn-ea"/>
                <a:cs typeface="+mn-cs"/>
              </a:rPr>
              <a:t>RESTRICTED 】</a:t>
            </a:r>
          </a:p>
        </p:txBody>
      </p:sp>
    </p:spTree>
    <p:extLst>
      <p:ext uri="{BB962C8B-B14F-4D97-AF65-F5344CB8AC3E}">
        <p14:creationId xmlns:p14="http://schemas.microsoft.com/office/powerpoint/2010/main" val="13547501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white)">
    <p:bg bwMode="gray">
      <p:bgPr>
        <a:solidFill>
          <a:schemeClr val="bg1"/>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CD52136C-4A9A-42A8-85FC-2BCAD61975D9}"/>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tIns="36000" bIns="0" anchor="b">
            <a:normAutofit/>
          </a:bodyPr>
          <a:lstStyle>
            <a:lvl1pPr>
              <a:defRPr sz="2400" b="1">
                <a:solidFill>
                  <a:schemeClr val="bg1"/>
                </a:solidFill>
              </a:defRPr>
            </a:lvl1pPr>
          </a:lstStyle>
          <a:p>
            <a:r>
              <a:rPr kumimoji="1" lang="ja-JP" altLang="en-US"/>
              <a:t>タイトルを入力</a:t>
            </a:r>
          </a:p>
        </p:txBody>
      </p:sp>
    </p:spTree>
    <p:extLst>
      <p:ext uri="{BB962C8B-B14F-4D97-AF65-F5344CB8AC3E}">
        <p14:creationId xmlns:p14="http://schemas.microsoft.com/office/powerpoint/2010/main" val="42445357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Content(white)">
    <p:bg bwMode="gray">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7241B258-0950-40D1-8E93-7F1160BC3BF0}"/>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12" name="コンテンツ プレースホルダー"/>
          <p:cNvSpPr>
            <a:spLocks noGrp="1"/>
          </p:cNvSpPr>
          <p:nvPr>
            <p:ph sz="quarter" idx="10" hasCustomPrompt="1"/>
          </p:nvPr>
        </p:nvSpPr>
        <p:spPr bwMode="gray">
          <a:xfrm>
            <a:off x="239350" y="836712"/>
            <a:ext cx="11713301" cy="5616476"/>
          </a:xfrm>
        </p:spPr>
        <p:txBody>
          <a:bodyPr vert="horz" lIns="91440" tIns="45720" rIns="91440" bIns="45720" rtlCol="0">
            <a:normAutofit/>
          </a:bodyPr>
          <a:lstStyle>
            <a:lvl1pPr>
              <a:defRPr lang="ja-JP" altLang="en-US" noProof="0" dirty="0" smtClean="0">
                <a:solidFill>
                  <a:srgbClr val="4B4B4B"/>
                </a:solidFill>
              </a:defRPr>
            </a:lvl1pPr>
            <a:lvl2pPr>
              <a:defRPr lang="ja-JP" altLang="en-US" noProof="0" dirty="0" smtClean="0">
                <a:solidFill>
                  <a:srgbClr val="4B4B4B"/>
                </a:solidFill>
              </a:defRPr>
            </a:lvl2pPr>
            <a:lvl3pPr>
              <a:defRPr lang="ja-JP" altLang="en-US" noProof="0" dirty="0" smtClean="0">
                <a:solidFill>
                  <a:srgbClr val="4B4B4B"/>
                </a:solidFill>
              </a:defRPr>
            </a:lvl3pPr>
            <a:lvl4pPr>
              <a:defRPr lang="ja-JP" altLang="en-US" noProof="0" dirty="0" smtClean="0">
                <a:solidFill>
                  <a:srgbClr val="4B4B4B"/>
                </a:solidFill>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5087420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ead 1 line &amp; Content(white)">
    <p:bg bwMode="gray">
      <p:bgPr>
        <a:solidFill>
          <a:schemeClr val="bg1"/>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0BB3EF0-270F-4990-83CC-29EFE9187BFE}"/>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6" name="テキスト プレースホルダー"/>
          <p:cNvSpPr>
            <a:spLocks noGrp="1"/>
          </p:cNvSpPr>
          <p:nvPr>
            <p:ph type="body" sz="quarter" idx="11" hasCustomPrompt="1"/>
          </p:nvPr>
        </p:nvSpPr>
        <p:spPr bwMode="ltGray">
          <a:xfrm>
            <a:off x="237716" y="836613"/>
            <a:ext cx="11713635" cy="432000"/>
          </a:xfrm>
          <a:prstGeom prst="roundRect">
            <a:avLst>
              <a:gd name="adj" fmla="val 13830"/>
            </a:avLst>
          </a:prstGeom>
          <a:solidFill>
            <a:srgbClr val="E74444"/>
          </a:solidFill>
          <a:effectLst>
            <a:outerShdw blurRad="50800" dist="38100" dir="5400000" algn="t" rotWithShape="0">
              <a:prstClr val="black">
                <a:alpha val="40000"/>
              </a:prstClr>
            </a:outerShdw>
          </a:effectLst>
        </p:spPr>
        <p:txBody>
          <a:bodyPr wrap="square" tIns="72000" bIns="36000">
            <a:noAutofit/>
          </a:bodyPr>
          <a:lstStyle>
            <a:lvl1pPr marL="0" indent="0" algn="l" eaLnBrk="1" hangingPunct="1">
              <a:spcBef>
                <a:spcPts val="0"/>
              </a:spcBef>
              <a:buNone/>
              <a:defRPr b="1">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ja-JP" altLang="en-US"/>
              <a:t>リード文が</a:t>
            </a:r>
            <a:r>
              <a:rPr kumimoji="1" lang="en-US" altLang="ja-JP"/>
              <a:t>1</a:t>
            </a:r>
            <a:r>
              <a:rPr kumimoji="1" lang="ja-JP" altLang="en-US"/>
              <a:t>行でおさまる場合はこのレイアウトで入力</a:t>
            </a:r>
          </a:p>
        </p:txBody>
      </p:sp>
      <p:sp>
        <p:nvSpPr>
          <p:cNvPr id="12" name="コンテンツ プレースホルダー"/>
          <p:cNvSpPr>
            <a:spLocks noGrp="1"/>
          </p:cNvSpPr>
          <p:nvPr>
            <p:ph sz="quarter" idx="10" hasCustomPrompt="1"/>
          </p:nvPr>
        </p:nvSpPr>
        <p:spPr bwMode="gray">
          <a:xfrm>
            <a:off x="239185" y="1413188"/>
            <a:ext cx="11713633" cy="504000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3899593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ead 2 lines &amp; Content(white)">
    <p:bg bwMode="gray">
      <p:bgPr>
        <a:solidFill>
          <a:schemeClr val="bg1"/>
        </a:solidFill>
        <a:effectLst/>
      </p:bgPr>
    </p:bg>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1303313-1FE2-47D2-A038-3474AB6C60E2}"/>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9" name="テキスト プレースホルダー"/>
          <p:cNvSpPr>
            <a:spLocks noGrp="1"/>
          </p:cNvSpPr>
          <p:nvPr>
            <p:ph type="body" sz="quarter" idx="11" hasCustomPrompt="1"/>
          </p:nvPr>
        </p:nvSpPr>
        <p:spPr bwMode="ltGray">
          <a:xfrm>
            <a:off x="239184" y="836613"/>
            <a:ext cx="11712000" cy="756000"/>
          </a:xfrm>
          <a:prstGeom prst="roundRect">
            <a:avLst>
              <a:gd name="adj" fmla="val 7924"/>
            </a:avLst>
          </a:prstGeom>
          <a:solidFill>
            <a:srgbClr val="E74444"/>
          </a:solidFill>
          <a:effectLst>
            <a:outerShdw blurRad="50800" dist="38100" dir="5400000" algn="t" rotWithShape="0">
              <a:prstClr val="black">
                <a:alpha val="40000"/>
              </a:prstClr>
            </a:outerShdw>
          </a:effectLst>
        </p:spPr>
        <p:txBody>
          <a:bodyPr tIns="72000" bIns="36000" anchor="ctr">
            <a:noAutofit/>
          </a:bodyPr>
          <a:lstStyle>
            <a:lvl1pPr marL="0" indent="0" algn="l" eaLnBrk="1" hangingPunct="1">
              <a:spcBef>
                <a:spcPts val="0"/>
              </a:spcBef>
              <a:buNone/>
              <a:defRPr b="1">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ja-JP" altLang="en-US"/>
              <a:t>リード文が</a:t>
            </a:r>
            <a:r>
              <a:rPr kumimoji="1" lang="en-US" altLang="ja-JP"/>
              <a:t>2</a:t>
            </a:r>
            <a:r>
              <a:rPr kumimoji="1" lang="ja-JP" altLang="en-US"/>
              <a:t>行にわたる場合は</a:t>
            </a:r>
            <a:br>
              <a:rPr kumimoji="1" lang="en-US" altLang="ja-JP"/>
            </a:br>
            <a:r>
              <a:rPr kumimoji="1" lang="ja-JP" altLang="en-US"/>
              <a:t>このレイアウトで入力</a:t>
            </a:r>
          </a:p>
        </p:txBody>
      </p:sp>
      <p:sp>
        <p:nvSpPr>
          <p:cNvPr id="10" name="コンテンツ プレースホルダー"/>
          <p:cNvSpPr>
            <a:spLocks noGrp="1"/>
          </p:cNvSpPr>
          <p:nvPr>
            <p:ph sz="quarter" idx="10" hasCustomPrompt="1"/>
          </p:nvPr>
        </p:nvSpPr>
        <p:spPr bwMode="gray">
          <a:xfrm>
            <a:off x="237883" y="1737188"/>
            <a:ext cx="11713301" cy="4714412"/>
          </a:xfrm>
        </p:spPr>
        <p:txBody>
          <a:bodyPr vert="horz" lIns="90000" tIns="46800" rIns="90000" bIns="46800" rtlCol="0">
            <a:noAutofit/>
          </a:bodyPr>
          <a:lstStyle>
            <a:lvl1pPr>
              <a:defRPr lang="ja-JP" altLang="en-US" i="0" u="none" strike="noStrike" kern="0" cap="none" spc="0" normalizeH="0" baseline="0" dirty="0" smtClean="0">
                <a:ln>
                  <a:noFill/>
                </a:ln>
                <a:solidFill>
                  <a:srgbClr val="4B4B4B"/>
                </a:solidFill>
                <a:effectLst/>
                <a:uLnTx/>
                <a:uFillTx/>
              </a:defRPr>
            </a:lvl1pPr>
            <a:lvl2pPr>
              <a:defRPr lang="ja-JP" altLang="en-US" i="0" u="none" strike="noStrike" kern="0" cap="none" spc="0" normalizeH="0" baseline="0" dirty="0" smtClean="0">
                <a:ln>
                  <a:noFill/>
                </a:ln>
                <a:solidFill>
                  <a:srgbClr val="4B4B4B"/>
                </a:solidFill>
                <a:effectLst/>
                <a:uLnTx/>
                <a:uFillTx/>
              </a:defRPr>
            </a:lvl2pPr>
            <a:lvl3pPr>
              <a:defRPr lang="ja-JP" altLang="en-US" i="0" u="none" strike="noStrike" kern="0" cap="none" spc="0" normalizeH="0" baseline="0" dirty="0" smtClean="0">
                <a:ln>
                  <a:noFill/>
                </a:ln>
                <a:solidFill>
                  <a:srgbClr val="4B4B4B"/>
                </a:solidFill>
                <a:effectLst/>
                <a:uLnTx/>
                <a:uFillTx/>
              </a:defRPr>
            </a:lvl3pPr>
            <a:lvl4pPr>
              <a:defRPr lang="ja-JP" altLang="en-US" i="0" u="none" strike="noStrike" kern="0" cap="none" spc="0" normalizeH="0" baseline="0" dirty="0" smtClean="0">
                <a:ln>
                  <a:noFill/>
                </a:ln>
                <a:solidFill>
                  <a:srgbClr val="4B4B4B"/>
                </a:solidFill>
                <a:effectLst/>
                <a:uLnTx/>
                <a:uFillTx/>
              </a:defRPr>
            </a:lvl4pPr>
          </a:lstStyle>
          <a:p>
            <a:pPr marR="0" lvl="0" defTabSz="914400" eaLnBrk="0" latinLnBrk="0">
              <a:lnSpc>
                <a:spcPct val="100000"/>
              </a:lnSpc>
              <a:buClr>
                <a:srgbClr val="002B62"/>
              </a:buClr>
              <a:buSzTx/>
              <a:tabLst/>
            </a:pPr>
            <a:r>
              <a:rPr kumimoji="1" lang="ja-JP" altLang="en-US"/>
              <a:t>本文を入力</a:t>
            </a:r>
          </a:p>
          <a:p>
            <a:pPr marR="0" lvl="1" defTabSz="914400" eaLnBrk="0" latinLnBrk="0">
              <a:lnSpc>
                <a:spcPct val="100000"/>
              </a:lnSpc>
              <a:buClr>
                <a:srgbClr val="002B62"/>
              </a:buClr>
              <a:buSzTx/>
              <a:tabLst/>
            </a:pPr>
            <a:r>
              <a:rPr kumimoji="1" lang="ja-JP" altLang="en-US"/>
              <a:t>第</a:t>
            </a:r>
            <a:r>
              <a:rPr kumimoji="1" lang="en-US" altLang="ja-JP"/>
              <a:t>2</a:t>
            </a:r>
            <a:r>
              <a:rPr kumimoji="1" lang="ja-JP" altLang="en-US"/>
              <a:t>レベル</a:t>
            </a:r>
          </a:p>
          <a:p>
            <a:pPr marR="0" lvl="2" defTabSz="914400" eaLnBrk="0" latinLnBrk="0">
              <a:lnSpc>
                <a:spcPct val="100000"/>
              </a:lnSpc>
              <a:buClr>
                <a:srgbClr val="002B62"/>
              </a:buClr>
              <a:buSzTx/>
              <a:tabLst/>
            </a:pPr>
            <a:r>
              <a:rPr kumimoji="1" lang="ja-JP" altLang="en-US"/>
              <a:t>第</a:t>
            </a:r>
            <a:r>
              <a:rPr kumimoji="1" lang="en-US" altLang="ja-JP"/>
              <a:t>3</a:t>
            </a:r>
            <a:r>
              <a:rPr kumimoji="1" lang="ja-JP" altLang="en-US"/>
              <a:t>レベル</a:t>
            </a:r>
          </a:p>
          <a:p>
            <a:pPr marR="0" lvl="3" defTabSz="914400" eaLnBrk="0" latinLnBrk="0">
              <a:lnSpc>
                <a:spcPct val="100000"/>
              </a:lnSpc>
              <a:buClr>
                <a:srgbClr val="002B62"/>
              </a:buClr>
              <a:buSzTx/>
              <a:tabLst/>
            </a:pPr>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10205467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white)">
    <p:bg bwMode="gray">
      <p:bgPr>
        <a:solidFill>
          <a:schemeClr val="bg1"/>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3B13ACA-8E29-4EB3-8ACB-32C4F44D26DD}"/>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6" name="コンテンツ プレースホルダー"/>
          <p:cNvSpPr>
            <a:spLocks noGrp="1"/>
          </p:cNvSpPr>
          <p:nvPr>
            <p:ph sz="quarter" idx="10" hasCustomPrompt="1"/>
          </p:nvPr>
        </p:nvSpPr>
        <p:spPr bwMode="gray">
          <a:xfrm>
            <a:off x="239184" y="836613"/>
            <a:ext cx="5664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
        <p:nvSpPr>
          <p:cNvPr id="7" name="コンテンツ プレースホルダー"/>
          <p:cNvSpPr>
            <a:spLocks noGrp="1"/>
          </p:cNvSpPr>
          <p:nvPr>
            <p:ph sz="quarter" idx="11" hasCustomPrompt="1"/>
          </p:nvPr>
        </p:nvSpPr>
        <p:spPr bwMode="gray">
          <a:xfrm>
            <a:off x="6288817" y="836613"/>
            <a:ext cx="5664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9677872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rporate Mark">
    <p:spTree>
      <p:nvGrpSpPr>
        <p:cNvPr id="1" name=""/>
        <p:cNvGrpSpPr/>
        <p:nvPr/>
      </p:nvGrpSpPr>
      <p:grpSpPr>
        <a:xfrm>
          <a:off x="0" y="0"/>
          <a:ext cx="0" cy="0"/>
          <a:chOff x="0" y="0"/>
          <a:chExt cx="0" cy="0"/>
        </a:xfrm>
      </p:grpSpPr>
      <p:sp>
        <p:nvSpPr>
          <p:cNvPr id="7" name="テキスト ボックス 2">
            <a:extLst>
              <a:ext uri="{FF2B5EF4-FFF2-40B4-BE49-F238E27FC236}">
                <a16:creationId xmlns:a16="http://schemas.microsoft.com/office/drawing/2014/main" id="{7AF0DBCB-CB1F-8E88-D454-DDC915160AF5}"/>
              </a:ext>
            </a:extLst>
          </p:cNvPr>
          <p:cNvSpPr txBox="1">
            <a:spLocks noChangeArrowheads="1"/>
          </p:cNvSpPr>
          <p:nvPr userDrawn="1"/>
        </p:nvSpPr>
        <p:spPr bwMode="auto">
          <a:xfrm>
            <a:off x="1" y="6627168"/>
            <a:ext cx="3681505" cy="230832"/>
          </a:xfrm>
          <a:prstGeom prst="rect">
            <a:avLst/>
          </a:prstGeom>
          <a:solidFill>
            <a:schemeClr val="bg1"/>
          </a:solid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sz="900">
                <a:solidFill>
                  <a:srgbClr val="4B4B4B"/>
                </a:solidFill>
                <a:latin typeface="メイリオ" panose="020B0604030504040204" pitchFamily="50" charset="-128"/>
                <a:ea typeface="メイリオ" panose="020B0604030504040204" pitchFamily="50" charset="-128"/>
              </a:rPr>
              <a:t>© CAL CO., LTD.</a:t>
            </a:r>
          </a:p>
        </p:txBody>
      </p:sp>
      <p:sp>
        <p:nvSpPr>
          <p:cNvPr id="8" name="テキスト ボックス 1">
            <a:extLst>
              <a:ext uri="{FF2B5EF4-FFF2-40B4-BE49-F238E27FC236}">
                <a16:creationId xmlns:a16="http://schemas.microsoft.com/office/drawing/2014/main" id="{0C23C0AB-4A47-33A2-369E-16C8E182C2FE}"/>
              </a:ext>
            </a:extLst>
          </p:cNvPr>
          <p:cNvSpPr txBox="1">
            <a:spLocks noChangeArrowheads="1"/>
          </p:cNvSpPr>
          <p:nvPr userDrawn="1"/>
        </p:nvSpPr>
        <p:spPr bwMode="auto">
          <a:xfrm>
            <a:off x="0" y="6211670"/>
            <a:ext cx="12192000" cy="415498"/>
          </a:xfrm>
          <a:prstGeom prst="rect">
            <a:avLst/>
          </a:prstGeom>
          <a:solidFill>
            <a:schemeClr val="bg1"/>
          </a:solid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700">
                <a:solidFill>
                  <a:srgbClr val="4B4B4B"/>
                </a:solidFill>
                <a:latin typeface="メイリオ" panose="020B0604030504040204" pitchFamily="50" charset="-128"/>
                <a:ea typeface="メイリオ" panose="020B0604030504040204" pitchFamily="50" charset="-128"/>
              </a:rPr>
              <a:t>本資料に記載されます製品の仕様等は予告なく変更になる場合があります。</a:t>
            </a:r>
            <a:endParaRPr lang="en-US" altLang="ja-JP" sz="700">
              <a:solidFill>
                <a:srgbClr val="4B4B4B"/>
              </a:solidFill>
              <a:latin typeface="メイリオ" panose="020B0604030504040204" pitchFamily="50" charset="-128"/>
              <a:ea typeface="メイリオ" panose="020B0604030504040204" pitchFamily="50" charset="-128"/>
            </a:endParaRPr>
          </a:p>
          <a:p>
            <a:r>
              <a:rPr lang="ja-JP" altLang="en-US" sz="700">
                <a:solidFill>
                  <a:srgbClr val="4B4B4B"/>
                </a:solidFill>
                <a:latin typeface="メイリオ" panose="020B0604030504040204" pitchFamily="50" charset="-128"/>
                <a:ea typeface="メイリオ" panose="020B0604030504040204" pitchFamily="50" charset="-128"/>
              </a:rPr>
              <a:t>記載された会社名、製品名等は各社の登録商標もしくは商標です。</a:t>
            </a:r>
            <a:endParaRPr lang="en-US" altLang="ja-JP" sz="700">
              <a:solidFill>
                <a:srgbClr val="4B4B4B"/>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a:solidFill>
                  <a:srgbClr val="404040"/>
                </a:solidFill>
                <a:latin typeface="メイリオ" panose="020B0604030504040204" pitchFamily="50" charset="-128"/>
                <a:ea typeface="メイリオ" panose="020B0604030504040204" pitchFamily="50" charset="-128"/>
              </a:rPr>
              <a:t>本書には、当社の著作物が含まれます。当該目的以外に使用、複製、関係者以外への配布はご遠慮ください。</a:t>
            </a:r>
          </a:p>
        </p:txBody>
      </p:sp>
      <p:pic>
        <p:nvPicPr>
          <p:cNvPr id="2" name="図 1" descr="グラフィカル ユーザー インターフェイス, アプリケーション&#10;&#10;自動的に生成された説明">
            <a:extLst>
              <a:ext uri="{FF2B5EF4-FFF2-40B4-BE49-F238E27FC236}">
                <a16:creationId xmlns:a16="http://schemas.microsoft.com/office/drawing/2014/main" id="{F9B2924A-BAE9-5CA7-0AC9-5B9846F73128}"/>
              </a:ext>
            </a:extLst>
          </p:cNvPr>
          <p:cNvPicPr>
            <a:picLocks noChangeAspect="1"/>
          </p:cNvPicPr>
          <p:nvPr userDrawn="1"/>
        </p:nvPicPr>
        <p:blipFill>
          <a:blip r:embed="rId2"/>
          <a:stretch>
            <a:fillRect/>
          </a:stretch>
        </p:blipFill>
        <p:spPr>
          <a:xfrm>
            <a:off x="3512713" y="2957549"/>
            <a:ext cx="4933454" cy="1326887"/>
          </a:xfrm>
          <a:prstGeom prst="rect">
            <a:avLst/>
          </a:prstGeom>
        </p:spPr>
      </p:pic>
      <p:sp>
        <p:nvSpPr>
          <p:cNvPr id="3" name="テキスト ボックス 2">
            <a:extLst>
              <a:ext uri="{FF2B5EF4-FFF2-40B4-BE49-F238E27FC236}">
                <a16:creationId xmlns:a16="http://schemas.microsoft.com/office/drawing/2014/main" id="{A3C35834-7A31-E8B7-A7D9-5AE3C3873A9D}"/>
              </a:ext>
            </a:extLst>
          </p:cNvPr>
          <p:cNvSpPr txBox="1">
            <a:spLocks noChangeArrowheads="1"/>
          </p:cNvSpPr>
          <p:nvPr userDrawn="1"/>
        </p:nvSpPr>
        <p:spPr bwMode="auto">
          <a:xfrm>
            <a:off x="4541778" y="3092341"/>
            <a:ext cx="3223245" cy="584775"/>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r" eaLnBrk="1" hangingPunct="1"/>
            <a:r>
              <a:rPr lang="ja-JP" altLang="en-US" sz="2000" b="1">
                <a:solidFill>
                  <a:srgbClr val="4B4B4B"/>
                </a:solidFill>
                <a:latin typeface="メイリオ" panose="020B0604030504040204" pitchFamily="50" charset="-128"/>
                <a:ea typeface="メイリオ" panose="020B0604030504040204" pitchFamily="50" charset="-128"/>
                <a:cs typeface="Estrangelo Edessa" panose="03080600000000000000" pitchFamily="66" charset="0"/>
              </a:rPr>
              <a:t>キャル株式会社</a:t>
            </a:r>
            <a:endParaRPr lang="en-US" altLang="ja-JP" sz="2000" b="1">
              <a:solidFill>
                <a:srgbClr val="4B4B4B"/>
              </a:solidFill>
              <a:latin typeface="メイリオ" panose="020B0604030504040204" pitchFamily="50" charset="-128"/>
              <a:ea typeface="メイリオ" panose="020B0604030504040204" pitchFamily="50" charset="-128"/>
              <a:cs typeface="Estrangelo Edessa" panose="03080600000000000000" pitchFamily="66" charset="0"/>
            </a:endParaRPr>
          </a:p>
          <a:p>
            <a:pPr algn="r" eaLnBrk="1" hangingPunct="1"/>
            <a:r>
              <a:rPr lang="en-US" altLang="ja-JP" sz="1100" b="1">
                <a:solidFill>
                  <a:srgbClr val="4B4B4B"/>
                </a:solidFill>
                <a:latin typeface="+mn-ea"/>
                <a:ea typeface="+mn-ea"/>
                <a:cs typeface="Estrangelo Edessa" panose="03080600000000000000" pitchFamily="66" charset="0"/>
              </a:rPr>
              <a:t>https://www.cal.co.jp/       </a:t>
            </a:r>
          </a:p>
        </p:txBody>
      </p:sp>
    </p:spTree>
    <p:extLst>
      <p:ext uri="{BB962C8B-B14F-4D97-AF65-F5344CB8AC3E}">
        <p14:creationId xmlns:p14="http://schemas.microsoft.com/office/powerpoint/2010/main" val="28692240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E51D703-5CE6-4766-9570-70772CCE6749}"/>
              </a:ext>
            </a:extLst>
          </p:cNvPr>
          <p:cNvSpPr/>
          <p:nvPr userDrawn="1"/>
        </p:nvSpPr>
        <p:spPr bwMode="auto">
          <a:xfrm>
            <a:off x="0" y="3562350"/>
            <a:ext cx="12192000" cy="3295650"/>
          </a:xfrm>
          <a:prstGeom prst="rect">
            <a:avLst/>
          </a:prstGeom>
          <a:solidFill>
            <a:srgbClr val="E74444"/>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
        <p:nvSpPr>
          <p:cNvPr id="4" name="タイトル"/>
          <p:cNvSpPr>
            <a:spLocks noGrp="1"/>
          </p:cNvSpPr>
          <p:nvPr>
            <p:ph type="title" hasCustomPrompt="1"/>
          </p:nvPr>
        </p:nvSpPr>
        <p:spPr bwMode="gray">
          <a:xfrm>
            <a:off x="239351" y="2567516"/>
            <a:ext cx="11712000" cy="528794"/>
          </a:xfrm>
        </p:spPr>
        <p:txBody>
          <a:bodyPr anchor="b" anchorCtr="0">
            <a:spAutoFit/>
          </a:bodyPr>
          <a:lstStyle>
            <a:lvl1pPr>
              <a:defRPr sz="3200">
                <a:solidFill>
                  <a:srgbClr val="4B4B4B"/>
                </a:solidFill>
                <a:effectLst/>
              </a:defRPr>
            </a:lvl1pPr>
          </a:lstStyle>
          <a:p>
            <a:r>
              <a:rPr kumimoji="1" lang="ja-JP" altLang="en-US"/>
              <a:t>タイトルを入力</a:t>
            </a:r>
          </a:p>
        </p:txBody>
      </p:sp>
      <p:sp>
        <p:nvSpPr>
          <p:cNvPr id="6" name="テキスト プレースホルダー"/>
          <p:cNvSpPr>
            <a:spLocks noGrp="1"/>
          </p:cNvSpPr>
          <p:nvPr>
            <p:ph type="body" sz="quarter" idx="11" hasCustomPrompt="1"/>
          </p:nvPr>
        </p:nvSpPr>
        <p:spPr>
          <a:xfrm>
            <a:off x="239352" y="1207923"/>
            <a:ext cx="7787049" cy="360000"/>
          </a:xfrm>
        </p:spPr>
        <p:txBody>
          <a:bodyPr>
            <a:noAutofit/>
          </a:bodyPr>
          <a:lstStyle>
            <a:lvl1pPr marL="0" indent="0">
              <a:buNone/>
              <a:defRPr sz="2400" b="1">
                <a:solidFill>
                  <a:srgbClr val="4B4B4B"/>
                </a:solidFill>
              </a:defRPr>
            </a:lvl1pPr>
          </a:lstStyle>
          <a:p>
            <a:r>
              <a:rPr lang="ja-JP" altLang="en-US"/>
              <a:t>宛先がある場合は入力</a:t>
            </a:r>
          </a:p>
        </p:txBody>
      </p:sp>
      <p:sp>
        <p:nvSpPr>
          <p:cNvPr id="5" name="テキスト プレースホルダー"/>
          <p:cNvSpPr>
            <a:spLocks noGrp="1"/>
          </p:cNvSpPr>
          <p:nvPr>
            <p:ph type="body" sz="quarter" idx="10" hasCustomPrompt="1"/>
          </p:nvPr>
        </p:nvSpPr>
        <p:spPr bwMode="invGray">
          <a:xfrm>
            <a:off x="239519" y="3207277"/>
            <a:ext cx="11711832" cy="369332"/>
          </a:xfrm>
        </p:spPr>
        <p:txBody>
          <a:bodyPr wrap="square">
            <a:spAutoFit/>
          </a:bodyPr>
          <a:lstStyle>
            <a:lvl1pPr marL="0" indent="0">
              <a:buNone/>
              <a:defRPr sz="1800" baseline="0">
                <a:solidFill>
                  <a:srgbClr val="404040"/>
                </a:solidFill>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ja-JP" altLang="en-US"/>
              <a:t>サブタイトルがあれば入力</a:t>
            </a:r>
          </a:p>
        </p:txBody>
      </p:sp>
      <p:sp>
        <p:nvSpPr>
          <p:cNvPr id="8" name="Credit"/>
          <p:cNvSpPr txBox="1"/>
          <p:nvPr userDrawn="1"/>
        </p:nvSpPr>
        <p:spPr bwMode="black">
          <a:xfrm>
            <a:off x="104503" y="6557649"/>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bg1"/>
                </a:solidFill>
                <a:effectLst/>
                <a:uLnTx/>
                <a:uFillTx/>
                <a:latin typeface="+mn-lt"/>
                <a:ea typeface="+mn-ea"/>
                <a:cs typeface="+mn-cs"/>
              </a:rPr>
              <a:t>© CAL CO.,LTD.</a:t>
            </a:r>
          </a:p>
        </p:txBody>
      </p:sp>
      <p:cxnSp>
        <p:nvCxnSpPr>
          <p:cNvPr id="10" name="直線コネクタ 9">
            <a:extLst>
              <a:ext uri="{FF2B5EF4-FFF2-40B4-BE49-F238E27FC236}">
                <a16:creationId xmlns:a16="http://schemas.microsoft.com/office/drawing/2014/main" id="{CFB5C7E3-A984-4C80-BD81-0519C1C8E73B}"/>
              </a:ext>
            </a:extLst>
          </p:cNvPr>
          <p:cNvCxnSpPr/>
          <p:nvPr userDrawn="1"/>
        </p:nvCxnSpPr>
        <p:spPr bwMode="auto">
          <a:xfrm>
            <a:off x="239519" y="6076950"/>
            <a:ext cx="11711832" cy="0"/>
          </a:xfrm>
          <a:prstGeom prst="line">
            <a:avLst/>
          </a:prstGeom>
          <a:solidFill>
            <a:schemeClr val="bg1"/>
          </a:solidFill>
          <a:ln w="76200" cap="flat" cmpd="sng" algn="ctr">
            <a:solidFill>
              <a:schemeClr val="bg1">
                <a:alpha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13" name="直線コネクタ 12">
            <a:extLst>
              <a:ext uri="{FF2B5EF4-FFF2-40B4-BE49-F238E27FC236}">
                <a16:creationId xmlns:a16="http://schemas.microsoft.com/office/drawing/2014/main" id="{A2CCE1C7-B398-4FD4-B5BC-DED80E0E7914}"/>
              </a:ext>
            </a:extLst>
          </p:cNvPr>
          <p:cNvCxnSpPr/>
          <p:nvPr userDrawn="1"/>
        </p:nvCxnSpPr>
        <p:spPr bwMode="auto">
          <a:xfrm>
            <a:off x="239519" y="6229350"/>
            <a:ext cx="11711832" cy="0"/>
          </a:xfrm>
          <a:prstGeom prst="line">
            <a:avLst/>
          </a:prstGeom>
          <a:solidFill>
            <a:schemeClr val="bg1"/>
          </a:solidFill>
          <a:ln w="76200" cap="flat" cmpd="sng" algn="ctr">
            <a:solidFill>
              <a:schemeClr val="bg1">
                <a:alpha val="7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cxnSp>
        <p:nvCxnSpPr>
          <p:cNvPr id="14" name="直線コネクタ 13">
            <a:extLst>
              <a:ext uri="{FF2B5EF4-FFF2-40B4-BE49-F238E27FC236}">
                <a16:creationId xmlns:a16="http://schemas.microsoft.com/office/drawing/2014/main" id="{8D64B1BC-B9D5-4FEE-B285-4346EF85291B}"/>
              </a:ext>
            </a:extLst>
          </p:cNvPr>
          <p:cNvCxnSpPr/>
          <p:nvPr userDrawn="1"/>
        </p:nvCxnSpPr>
        <p:spPr bwMode="auto">
          <a:xfrm>
            <a:off x="239519" y="6391275"/>
            <a:ext cx="11711832" cy="0"/>
          </a:xfrm>
          <a:prstGeom prst="line">
            <a:avLst/>
          </a:prstGeom>
          <a:solidFill>
            <a:schemeClr val="bg1"/>
          </a:solidFill>
          <a:ln w="76200" cap="flat" cmpd="sng" algn="ctr">
            <a:solidFill>
              <a:schemeClr val="bg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cxnSp>
      <p:sp>
        <p:nvSpPr>
          <p:cNvPr id="15" name="Credit">
            <a:extLst>
              <a:ext uri="{FF2B5EF4-FFF2-40B4-BE49-F238E27FC236}">
                <a16:creationId xmlns:a16="http://schemas.microsoft.com/office/drawing/2014/main" id="{746358B0-4CF0-4EC7-A4D4-1B542D6BE71C}"/>
              </a:ext>
            </a:extLst>
          </p:cNvPr>
          <p:cNvSpPr txBox="1"/>
          <p:nvPr userDrawn="1"/>
        </p:nvSpPr>
        <p:spPr bwMode="black">
          <a:xfrm>
            <a:off x="3645642" y="6597840"/>
            <a:ext cx="4960471"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chemeClr val="bg1"/>
                </a:solidFill>
                <a:effectLst/>
                <a:uLnTx/>
                <a:uFillTx/>
                <a:latin typeface="+mn-lt"/>
                <a:ea typeface="+mn-ea"/>
                <a:cs typeface="+mn-cs"/>
              </a:rPr>
              <a:t>【 CAL Internal Use Only 】</a:t>
            </a:r>
          </a:p>
        </p:txBody>
      </p:sp>
      <p:sp>
        <p:nvSpPr>
          <p:cNvPr id="7" name="テキスト プレースホルダー 11">
            <a:extLst>
              <a:ext uri="{FF2B5EF4-FFF2-40B4-BE49-F238E27FC236}">
                <a16:creationId xmlns:a16="http://schemas.microsoft.com/office/drawing/2014/main" id="{AA9C5911-926A-5C50-CC8D-CC050409D4EF}"/>
              </a:ext>
            </a:extLst>
          </p:cNvPr>
          <p:cNvSpPr>
            <a:spLocks noGrp="1"/>
          </p:cNvSpPr>
          <p:nvPr>
            <p:ph type="body" sz="quarter" idx="12" hasCustomPrompt="1"/>
          </p:nvPr>
        </p:nvSpPr>
        <p:spPr>
          <a:xfrm>
            <a:off x="239352" y="3716695"/>
            <a:ext cx="11712000" cy="1093430"/>
          </a:xfrm>
        </p:spPr>
        <p:txBody>
          <a:bodyPr>
            <a:noAutofit/>
          </a:bodyPr>
          <a:lstStyle>
            <a:lvl1pPr marL="0" indent="0" algn="l">
              <a:buNone/>
              <a:defRPr sz="1800" b="1">
                <a:solidFill>
                  <a:schemeClr val="bg1"/>
                </a:solidFill>
                <a:latin typeface="+mn-ea"/>
                <a:ea typeface="+mn-ea"/>
              </a:defRPr>
            </a:lvl1pPr>
            <a:lvl2pPr marL="180000" indent="0">
              <a:buNone/>
              <a:defRPr/>
            </a:lvl2pPr>
            <a:lvl3pPr marL="360000" indent="0">
              <a:buNone/>
              <a:defRPr/>
            </a:lvl3pPr>
            <a:lvl4pPr marL="468000" indent="0">
              <a:buNone/>
              <a:defRPr/>
            </a:lvl4pPr>
            <a:lvl5pPr marL="577850" indent="0">
              <a:buNone/>
              <a:defRPr/>
            </a:lvl5pPr>
          </a:lstStyle>
          <a:p>
            <a:pPr lvl="0"/>
            <a:r>
              <a:rPr kumimoji="1" lang="en-US" altLang="ja-JP"/>
              <a:t>2024</a:t>
            </a:r>
            <a:r>
              <a:rPr kumimoji="1" lang="ja-JP" altLang="en-US"/>
              <a:t>年</a:t>
            </a:r>
            <a:r>
              <a:rPr kumimoji="1" lang="en-US" altLang="ja-JP"/>
              <a:t>xx</a:t>
            </a:r>
            <a:r>
              <a:rPr kumimoji="1" lang="ja-JP" altLang="en-US"/>
              <a:t>月</a:t>
            </a:r>
            <a:r>
              <a:rPr kumimoji="1" lang="en-US" altLang="ja-JP"/>
              <a:t>xx</a:t>
            </a:r>
            <a:r>
              <a:rPr kumimoji="1" lang="ja-JP" altLang="en-US"/>
              <a:t>日 </a:t>
            </a:r>
            <a:r>
              <a:rPr kumimoji="1" lang="en-US" altLang="ja-JP"/>
              <a:t>Rev.x.x.</a:t>
            </a:r>
          </a:p>
          <a:p>
            <a:pPr lvl="0"/>
            <a:r>
              <a:rPr kumimoji="1" lang="ja-JP" altLang="en-US"/>
              <a:t>キャル株式会社</a:t>
            </a:r>
            <a:r>
              <a:rPr kumimoji="1" lang="en-US" altLang="ja-JP"/>
              <a:t> </a:t>
            </a:r>
            <a:r>
              <a:rPr kumimoji="1" lang="ja-JP" altLang="en-US"/>
              <a:t>受託開発部</a:t>
            </a:r>
          </a:p>
        </p:txBody>
      </p:sp>
      <p:sp>
        <p:nvSpPr>
          <p:cNvPr id="11" name="テキスト プレースホルダー 8">
            <a:extLst>
              <a:ext uri="{FF2B5EF4-FFF2-40B4-BE49-F238E27FC236}">
                <a16:creationId xmlns:a16="http://schemas.microsoft.com/office/drawing/2014/main" id="{28241CF9-C29F-4AA3-E076-8C797A99F1D1}"/>
              </a:ext>
            </a:extLst>
          </p:cNvPr>
          <p:cNvSpPr>
            <a:spLocks noGrp="1"/>
          </p:cNvSpPr>
          <p:nvPr>
            <p:ph type="body" sz="quarter" idx="13" hasCustomPrompt="1"/>
          </p:nvPr>
        </p:nvSpPr>
        <p:spPr>
          <a:xfrm>
            <a:off x="9414345" y="978089"/>
            <a:ext cx="2537008" cy="322602"/>
          </a:xfrm>
          <a:noFill/>
          <a:ln w="38100">
            <a:solidFill>
              <a:schemeClr val="accent2"/>
            </a:solidFill>
          </a:ln>
        </p:spPr>
        <p:txBody>
          <a:bodyPr>
            <a:normAutofit/>
          </a:bodyPr>
          <a:lstStyle>
            <a:lvl1pPr marL="0" indent="0">
              <a:buNone/>
              <a:defRPr sz="1400" b="1">
                <a:solidFill>
                  <a:schemeClr val="accent2"/>
                </a:solidFill>
              </a:defRPr>
            </a:lvl1pPr>
          </a:lstStyle>
          <a:p>
            <a:pPr lvl="0"/>
            <a:r>
              <a:rPr kumimoji="1" lang="ja-JP" altLang="en-US"/>
              <a:t>●開示範囲を記載</a:t>
            </a:r>
          </a:p>
        </p:txBody>
      </p:sp>
      <p:pic>
        <p:nvPicPr>
          <p:cNvPr id="12" name="図 11" descr="グラフィカル ユーザー インターフェイス, アプリケーション&#10;&#10;自動的に生成された説明">
            <a:extLst>
              <a:ext uri="{FF2B5EF4-FFF2-40B4-BE49-F238E27FC236}">
                <a16:creationId xmlns:a16="http://schemas.microsoft.com/office/drawing/2014/main" id="{6B031D86-66E6-07E2-4081-D64796F603E5}"/>
              </a:ext>
            </a:extLst>
          </p:cNvPr>
          <p:cNvPicPr>
            <a:picLocks noChangeAspect="1"/>
          </p:cNvPicPr>
          <p:nvPr userDrawn="1"/>
        </p:nvPicPr>
        <p:blipFill>
          <a:blip r:embed="rId2"/>
          <a:stretch>
            <a:fillRect/>
          </a:stretch>
        </p:blipFill>
        <p:spPr>
          <a:xfrm>
            <a:off x="9414345" y="222529"/>
            <a:ext cx="2537008" cy="682346"/>
          </a:xfrm>
          <a:prstGeom prst="rect">
            <a:avLst/>
          </a:prstGeom>
        </p:spPr>
      </p:pic>
    </p:spTree>
    <p:extLst>
      <p:ext uri="{BB962C8B-B14F-4D97-AF65-F5344CB8AC3E}">
        <p14:creationId xmlns:p14="http://schemas.microsoft.com/office/powerpoint/2010/main" val="28266263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9" name="テキスト ボックス 5">
            <a:extLst>
              <a:ext uri="{FF2B5EF4-FFF2-40B4-BE49-F238E27FC236}">
                <a16:creationId xmlns:a16="http://schemas.microsoft.com/office/drawing/2014/main" id="{F936ED59-D115-424D-8FCE-8A60E9449450}"/>
              </a:ext>
            </a:extLst>
          </p:cNvPr>
          <p:cNvSpPr txBox="1">
            <a:spLocks noChangeArrowheads="1"/>
          </p:cNvSpPr>
          <p:nvPr userDrawn="1"/>
        </p:nvSpPr>
        <p:spPr bwMode="auto">
          <a:xfrm>
            <a:off x="0" y="2924081"/>
            <a:ext cx="12192000" cy="822515"/>
          </a:xfrm>
          <a:prstGeom prst="rect">
            <a:avLst/>
          </a:prstGeom>
          <a:gradFill flip="none" rotWithShape="1">
            <a:gsLst>
              <a:gs pos="40000">
                <a:schemeClr val="bg1"/>
              </a:gs>
              <a:gs pos="100000">
                <a:srgbClr val="E74444"/>
              </a:gs>
            </a:gsLst>
            <a:lin ang="5400000" scaled="0"/>
            <a:tileRect/>
          </a:gradFill>
          <a:ln>
            <a:noFill/>
          </a:ln>
        </p:spPr>
        <p:txBody>
          <a:bodyPr lIns="72000" tIns="108000" rIns="144000" bIns="36000" anchor="ctr">
            <a:spAutoFit/>
          </a:bodyPr>
          <a:lstStyle>
            <a:lvl1pPr algn="l" eaLnBrk="0" hangingPunct="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1pPr>
            <a:lvl2pPr marL="742950" indent="-285750" algn="l"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2pPr>
            <a:lvl3pPr marL="1143000" indent="-228600" algn="l" eaLnBrk="0" hangingPunct="0">
              <a:spcBef>
                <a:spcPct val="20000"/>
              </a:spcBef>
              <a:buChar char="•"/>
              <a:defRPr kumimoji="1">
                <a:solidFill>
                  <a:schemeClr val="tx1"/>
                </a:solidFill>
                <a:latin typeface="Arial" panose="020B0604020202020204" pitchFamily="34" charset="0"/>
                <a:ea typeface="ＭＳ Ｐゴシック" panose="020B0600070205080204" pitchFamily="50" charset="-128"/>
              </a:defRPr>
            </a:lvl3pPr>
            <a:lvl4pPr marL="1600200" indent="-228600" algn="l" eaLnBrk="0" hangingPunct="0">
              <a:spcBef>
                <a:spcPct val="20000"/>
              </a:spcBef>
              <a:buChar char="–"/>
              <a:defRPr kumimoji="1" sz="1600">
                <a:solidFill>
                  <a:schemeClr val="tx1"/>
                </a:solidFill>
                <a:latin typeface="Arial" panose="020B0604020202020204" pitchFamily="34" charset="0"/>
                <a:ea typeface="ＭＳ Ｐゴシック" panose="020B0600070205080204" pitchFamily="50" charset="-128"/>
              </a:defRPr>
            </a:lvl4pPr>
            <a:lvl5pPr marL="2057400" indent="-228600" algn="l" eaLnBrk="0" hangingPunct="0">
              <a:spcBef>
                <a:spcPct val="20000"/>
              </a:spcBef>
              <a:buChar char="»"/>
              <a:defRPr kumimoji="1" sz="16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defRPr/>
            </a:pPr>
            <a:endParaRPr lang="ja-JP" altLang="en-US" sz="4400" b="1">
              <a:solidFill>
                <a:srgbClr val="404040"/>
              </a:solidFill>
              <a:latin typeface="メイリオ" panose="020B0604030504040204" pitchFamily="50" charset="-128"/>
              <a:ea typeface="メイリオ" panose="020B0604030504040204" pitchFamily="50" charset="-128"/>
            </a:endParaRPr>
          </a:p>
        </p:txBody>
      </p:sp>
      <p:sp>
        <p:nvSpPr>
          <p:cNvPr id="5" name="テキスト プレースホルダー"/>
          <p:cNvSpPr>
            <a:spLocks noGrp="1"/>
          </p:cNvSpPr>
          <p:nvPr>
            <p:ph type="body" sz="quarter" idx="10" hasCustomPrompt="1"/>
          </p:nvPr>
        </p:nvSpPr>
        <p:spPr bwMode="gray">
          <a:xfrm>
            <a:off x="239184" y="3852000"/>
            <a:ext cx="9601200" cy="1269578"/>
          </a:xfrm>
        </p:spPr>
        <p:txBody>
          <a:bodyPr>
            <a:spAutoFit/>
          </a:bodyPr>
          <a:lstStyle>
            <a:lvl1pPr marL="0" indent="0">
              <a:buNone/>
              <a:defRPr b="0">
                <a:solidFill>
                  <a:srgbClr val="404040"/>
                </a:solidFill>
              </a:defRPr>
            </a:lvl1pPr>
            <a:lvl2pPr marL="72000" indent="0">
              <a:buNone/>
              <a:defRPr sz="1800" b="0">
                <a:solidFill>
                  <a:srgbClr val="404040"/>
                </a:solidFill>
              </a:defRPr>
            </a:lvl2pPr>
            <a:lvl3pPr marL="222962" indent="0">
              <a:buNone/>
              <a:defRPr b="0">
                <a:solidFill>
                  <a:srgbClr val="404040"/>
                </a:solidFill>
              </a:defRPr>
            </a:lvl3pPr>
            <a:lvl4pPr marL="327787" indent="0">
              <a:buNone/>
              <a:defRPr b="0">
                <a:solidFill>
                  <a:srgbClr val="404040"/>
                </a:solidFill>
              </a:defRPr>
            </a:lvl4pPr>
            <a:lvl5pPr marL="311400" indent="0">
              <a:buNone/>
              <a:defRPr b="0"/>
            </a:lvl5pPr>
          </a:lstStyle>
          <a:p>
            <a:pPr lvl="0"/>
            <a:r>
              <a:rPr kumimoji="1" lang="ja-JP" altLang="en-US"/>
              <a:t>サブタイトルを入力</a:t>
            </a:r>
            <a:endParaRPr kumimoji="1" lang="en-US" altLang="ja-JP"/>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p:txBody>
      </p:sp>
      <p:sp>
        <p:nvSpPr>
          <p:cNvPr id="6" name="PageNumber"/>
          <p:cNvSpPr txBox="1"/>
          <p:nvPr userDrawn="1"/>
        </p:nvSpPr>
        <p:spPr bwMode="black">
          <a:xfrm>
            <a:off x="225080" y="6597840"/>
            <a:ext cx="912000" cy="23400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1" i="0" u="none" strike="noStrike" kern="1200" cap="none" spc="0" normalizeH="0" baseline="0" noProof="0" smtClean="0">
                <a:ln>
                  <a:noFill/>
                </a:ln>
                <a:solidFill>
                  <a:srgbClr val="404040"/>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1" i="0" u="none" strike="noStrike" kern="1200" cap="none" spc="0" normalizeH="0" baseline="0" noProof="0">
              <a:ln>
                <a:noFill/>
              </a:ln>
              <a:solidFill>
                <a:srgbClr val="404040"/>
              </a:solidFill>
              <a:effectLst/>
              <a:uLnTx/>
              <a:uFillTx/>
              <a:latin typeface="+mn-lt"/>
              <a:ea typeface="+mn-ea"/>
              <a:cs typeface="+mn-cs"/>
            </a:endParaRPr>
          </a:p>
        </p:txBody>
      </p:sp>
      <p:sp>
        <p:nvSpPr>
          <p:cNvPr id="7" name="Credit"/>
          <p:cNvSpPr txBox="1"/>
          <p:nvPr userDrawn="1"/>
        </p:nvSpPr>
        <p:spPr bwMode="black">
          <a:xfrm>
            <a:off x="881891" y="6597840"/>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404040"/>
                </a:solidFill>
                <a:effectLst/>
                <a:uLnTx/>
                <a:uFillTx/>
                <a:latin typeface="+mn-lt"/>
                <a:ea typeface="+mn-ea"/>
                <a:cs typeface="+mn-cs"/>
              </a:rPr>
              <a:t>© CAL CO.,LTD.</a:t>
            </a:r>
          </a:p>
        </p:txBody>
      </p:sp>
      <p:sp>
        <p:nvSpPr>
          <p:cNvPr id="11" name="タイトル">
            <a:extLst>
              <a:ext uri="{FF2B5EF4-FFF2-40B4-BE49-F238E27FC236}">
                <a16:creationId xmlns:a16="http://schemas.microsoft.com/office/drawing/2014/main" id="{10690908-3637-4AB2-B373-CE565F510AF0}"/>
              </a:ext>
            </a:extLst>
          </p:cNvPr>
          <p:cNvSpPr>
            <a:spLocks noGrp="1"/>
          </p:cNvSpPr>
          <p:nvPr>
            <p:ph type="title" hasCustomPrompt="1"/>
          </p:nvPr>
        </p:nvSpPr>
        <p:spPr bwMode="gray">
          <a:xfrm>
            <a:off x="0" y="2935228"/>
            <a:ext cx="12192000" cy="775015"/>
          </a:xfrm>
        </p:spPr>
        <p:txBody>
          <a:bodyPr wrap="square" anchor="b" anchorCtr="0">
            <a:spAutoFit/>
          </a:bodyPr>
          <a:lstStyle>
            <a:lvl1pPr algn="r">
              <a:defRPr sz="4800">
                <a:solidFill>
                  <a:srgbClr val="404040"/>
                </a:solidFill>
                <a:effectLst/>
              </a:defRPr>
            </a:lvl1pPr>
          </a:lstStyle>
          <a:p>
            <a:r>
              <a:rPr kumimoji="1" lang="ja-JP" altLang="en-US"/>
              <a:t>タイトルを入力</a:t>
            </a:r>
          </a:p>
        </p:txBody>
      </p:sp>
      <p:sp>
        <p:nvSpPr>
          <p:cNvPr id="8" name="Credit">
            <a:extLst>
              <a:ext uri="{FF2B5EF4-FFF2-40B4-BE49-F238E27FC236}">
                <a16:creationId xmlns:a16="http://schemas.microsoft.com/office/drawing/2014/main" id="{843C2405-EEA2-4A6B-9784-C56A631E537A}"/>
              </a:ext>
            </a:extLst>
          </p:cNvPr>
          <p:cNvSpPr txBox="1"/>
          <p:nvPr userDrawn="1"/>
        </p:nvSpPr>
        <p:spPr bwMode="black">
          <a:xfrm>
            <a:off x="3645642" y="6597840"/>
            <a:ext cx="4960471"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4B4B4B"/>
                </a:solidFill>
                <a:effectLst/>
                <a:uLnTx/>
                <a:uFillTx/>
                <a:latin typeface="+mn-lt"/>
                <a:ea typeface="+mn-ea"/>
                <a:cs typeface="+mn-cs"/>
              </a:rPr>
              <a:t>【 CAL Internal Use Only 】</a:t>
            </a:r>
          </a:p>
        </p:txBody>
      </p:sp>
    </p:spTree>
    <p:extLst>
      <p:ext uri="{BB962C8B-B14F-4D97-AF65-F5344CB8AC3E}">
        <p14:creationId xmlns:p14="http://schemas.microsoft.com/office/powerpoint/2010/main" val="16425552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white)">
    <p:bg bwMode="gray">
      <p:bgPr>
        <a:solidFill>
          <a:schemeClr val="bg1"/>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CD52136C-4A9A-42A8-85FC-2BCAD61975D9}"/>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tIns="36000" bIns="0" anchor="b">
            <a:normAutofit/>
          </a:bodyPr>
          <a:lstStyle>
            <a:lvl1pPr>
              <a:defRPr sz="2400" b="1">
                <a:solidFill>
                  <a:schemeClr val="bg1"/>
                </a:solidFill>
              </a:defRPr>
            </a:lvl1pPr>
          </a:lstStyle>
          <a:p>
            <a:r>
              <a:rPr kumimoji="1" lang="ja-JP" altLang="en-US"/>
              <a:t>タイトルを入力</a:t>
            </a:r>
          </a:p>
        </p:txBody>
      </p:sp>
    </p:spTree>
    <p:extLst>
      <p:ext uri="{BB962C8B-B14F-4D97-AF65-F5344CB8AC3E}">
        <p14:creationId xmlns:p14="http://schemas.microsoft.com/office/powerpoint/2010/main" val="26687349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Content(white)">
    <p:bg bwMode="gray">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7241B258-0950-40D1-8E93-7F1160BC3BF0}"/>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12" name="コンテンツ プレースホルダー"/>
          <p:cNvSpPr>
            <a:spLocks noGrp="1"/>
          </p:cNvSpPr>
          <p:nvPr>
            <p:ph sz="quarter" idx="10" hasCustomPrompt="1"/>
          </p:nvPr>
        </p:nvSpPr>
        <p:spPr bwMode="gray">
          <a:xfrm>
            <a:off x="239350" y="836712"/>
            <a:ext cx="11713301" cy="5616476"/>
          </a:xfrm>
        </p:spPr>
        <p:txBody>
          <a:bodyPr vert="horz" lIns="91440" tIns="45720" rIns="91440" bIns="45720" rtlCol="0">
            <a:normAutofit/>
          </a:bodyPr>
          <a:lstStyle>
            <a:lvl1pPr>
              <a:defRPr lang="ja-JP" altLang="en-US" noProof="0" dirty="0" smtClean="0">
                <a:solidFill>
                  <a:srgbClr val="4B4B4B"/>
                </a:solidFill>
              </a:defRPr>
            </a:lvl1pPr>
            <a:lvl2pPr>
              <a:defRPr lang="ja-JP" altLang="en-US" noProof="0" dirty="0" smtClean="0">
                <a:solidFill>
                  <a:srgbClr val="4B4B4B"/>
                </a:solidFill>
              </a:defRPr>
            </a:lvl2pPr>
            <a:lvl3pPr>
              <a:defRPr lang="ja-JP" altLang="en-US" noProof="0" dirty="0" smtClean="0">
                <a:solidFill>
                  <a:srgbClr val="4B4B4B"/>
                </a:solidFill>
              </a:defRPr>
            </a:lvl3pPr>
            <a:lvl4pPr>
              <a:defRPr lang="ja-JP" altLang="en-US" noProof="0" dirty="0" smtClean="0">
                <a:solidFill>
                  <a:srgbClr val="4B4B4B"/>
                </a:solidFill>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38545707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ead 1 line &amp; Content(white)">
    <p:bg bwMode="gray">
      <p:bgPr>
        <a:solidFill>
          <a:schemeClr val="bg1"/>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0BB3EF0-270F-4990-83CC-29EFE9187BFE}"/>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6" name="テキスト プレースホルダー"/>
          <p:cNvSpPr>
            <a:spLocks noGrp="1"/>
          </p:cNvSpPr>
          <p:nvPr>
            <p:ph type="body" sz="quarter" idx="11" hasCustomPrompt="1"/>
          </p:nvPr>
        </p:nvSpPr>
        <p:spPr bwMode="ltGray">
          <a:xfrm>
            <a:off x="237716" y="836613"/>
            <a:ext cx="11713635" cy="432000"/>
          </a:xfrm>
          <a:prstGeom prst="roundRect">
            <a:avLst>
              <a:gd name="adj" fmla="val 13830"/>
            </a:avLst>
          </a:prstGeom>
          <a:solidFill>
            <a:srgbClr val="E74444"/>
          </a:solidFill>
          <a:effectLst>
            <a:outerShdw blurRad="50800" dist="38100" dir="5400000" algn="t" rotWithShape="0">
              <a:prstClr val="black">
                <a:alpha val="40000"/>
              </a:prstClr>
            </a:outerShdw>
          </a:effectLst>
        </p:spPr>
        <p:txBody>
          <a:bodyPr wrap="square" tIns="72000" bIns="36000">
            <a:noAutofit/>
          </a:bodyPr>
          <a:lstStyle>
            <a:lvl1pPr marL="0" indent="0" algn="l" eaLnBrk="1" hangingPunct="1">
              <a:spcBef>
                <a:spcPts val="0"/>
              </a:spcBef>
              <a:buNone/>
              <a:defRPr b="1">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ja-JP" altLang="en-US"/>
              <a:t>リード文が</a:t>
            </a:r>
            <a:r>
              <a:rPr kumimoji="1" lang="en-US" altLang="ja-JP"/>
              <a:t>1</a:t>
            </a:r>
            <a:r>
              <a:rPr kumimoji="1" lang="ja-JP" altLang="en-US"/>
              <a:t>行でおさまる場合はこのレイアウトで入力</a:t>
            </a:r>
          </a:p>
        </p:txBody>
      </p:sp>
      <p:sp>
        <p:nvSpPr>
          <p:cNvPr id="12" name="コンテンツ プレースホルダー"/>
          <p:cNvSpPr>
            <a:spLocks noGrp="1"/>
          </p:cNvSpPr>
          <p:nvPr>
            <p:ph sz="quarter" idx="10" hasCustomPrompt="1"/>
          </p:nvPr>
        </p:nvSpPr>
        <p:spPr bwMode="gray">
          <a:xfrm>
            <a:off x="239185" y="1413188"/>
            <a:ext cx="11713633" cy="504000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sz="2000" b="0" i="0" u="none" strike="noStrike" kern="0" cap="none" spc="0" normalizeH="0" baseline="0" noProof="0">
                <a:ln>
                  <a:noFill/>
                </a:ln>
                <a:solidFill>
                  <a:srgbClr val="000000"/>
                </a:solidFill>
                <a:effectLst/>
                <a:uLnTx/>
                <a:uFillTx/>
                <a:latin typeface="+mn-lt"/>
                <a:ea typeface="+mn-ea"/>
                <a:cs typeface="+mn-cs"/>
              </a:rPr>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4680492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ead 2 lines &amp; Content(white)">
    <p:bg bwMode="gray">
      <p:bgPr>
        <a:solidFill>
          <a:schemeClr val="bg1"/>
        </a:solidFill>
        <a:effectLst/>
      </p:bgPr>
    </p:bg>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1303313-1FE2-47D2-A038-3474AB6C60E2}"/>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800"/>
          </a:p>
        </p:txBody>
      </p:sp>
      <p:sp>
        <p:nvSpPr>
          <p:cNvPr id="2"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9" name="テキスト プレースホルダー"/>
          <p:cNvSpPr>
            <a:spLocks noGrp="1"/>
          </p:cNvSpPr>
          <p:nvPr>
            <p:ph type="body" sz="quarter" idx="11" hasCustomPrompt="1"/>
          </p:nvPr>
        </p:nvSpPr>
        <p:spPr bwMode="ltGray">
          <a:xfrm>
            <a:off x="239184" y="836613"/>
            <a:ext cx="11712000" cy="756000"/>
          </a:xfrm>
          <a:prstGeom prst="roundRect">
            <a:avLst>
              <a:gd name="adj" fmla="val 7924"/>
            </a:avLst>
          </a:prstGeom>
          <a:solidFill>
            <a:srgbClr val="E74444"/>
          </a:solidFill>
          <a:effectLst>
            <a:outerShdw blurRad="50800" dist="38100" dir="5400000" algn="t" rotWithShape="0">
              <a:prstClr val="black">
                <a:alpha val="40000"/>
              </a:prstClr>
            </a:outerShdw>
          </a:effectLst>
        </p:spPr>
        <p:txBody>
          <a:bodyPr tIns="72000" bIns="36000" anchor="ctr">
            <a:noAutofit/>
          </a:bodyPr>
          <a:lstStyle>
            <a:lvl1pPr marL="0" indent="0" algn="l" eaLnBrk="1" hangingPunct="1">
              <a:spcBef>
                <a:spcPts val="0"/>
              </a:spcBef>
              <a:buNone/>
              <a:defRPr b="1">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ja-JP" altLang="en-US"/>
              <a:t>リード文が</a:t>
            </a:r>
            <a:r>
              <a:rPr kumimoji="1" lang="en-US" altLang="ja-JP"/>
              <a:t>2</a:t>
            </a:r>
            <a:r>
              <a:rPr kumimoji="1" lang="ja-JP" altLang="en-US"/>
              <a:t>行にわたる場合は</a:t>
            </a:r>
            <a:br>
              <a:rPr kumimoji="1" lang="en-US" altLang="ja-JP"/>
            </a:br>
            <a:r>
              <a:rPr kumimoji="1" lang="ja-JP" altLang="en-US"/>
              <a:t>このレイアウトで入力</a:t>
            </a:r>
          </a:p>
        </p:txBody>
      </p:sp>
      <p:sp>
        <p:nvSpPr>
          <p:cNvPr id="10" name="コンテンツ プレースホルダー"/>
          <p:cNvSpPr>
            <a:spLocks noGrp="1"/>
          </p:cNvSpPr>
          <p:nvPr>
            <p:ph sz="quarter" idx="10" hasCustomPrompt="1"/>
          </p:nvPr>
        </p:nvSpPr>
        <p:spPr bwMode="gray">
          <a:xfrm>
            <a:off x="237883" y="1737188"/>
            <a:ext cx="11713301" cy="4714412"/>
          </a:xfrm>
        </p:spPr>
        <p:txBody>
          <a:bodyPr vert="horz" lIns="90000" tIns="46800" rIns="90000" bIns="46800" rtlCol="0">
            <a:noAutofit/>
          </a:bodyPr>
          <a:lstStyle>
            <a:lvl1pPr>
              <a:defRPr lang="ja-JP" altLang="en-US" i="0" u="none" strike="noStrike" kern="0" cap="none" spc="0" normalizeH="0" baseline="0" dirty="0" smtClean="0">
                <a:ln>
                  <a:noFill/>
                </a:ln>
                <a:solidFill>
                  <a:srgbClr val="4B4B4B"/>
                </a:solidFill>
                <a:effectLst/>
                <a:uLnTx/>
                <a:uFillTx/>
              </a:defRPr>
            </a:lvl1pPr>
            <a:lvl2pPr>
              <a:defRPr lang="ja-JP" altLang="en-US" i="0" u="none" strike="noStrike" kern="0" cap="none" spc="0" normalizeH="0" baseline="0" dirty="0" smtClean="0">
                <a:ln>
                  <a:noFill/>
                </a:ln>
                <a:solidFill>
                  <a:srgbClr val="4B4B4B"/>
                </a:solidFill>
                <a:effectLst/>
                <a:uLnTx/>
                <a:uFillTx/>
              </a:defRPr>
            </a:lvl2pPr>
            <a:lvl3pPr>
              <a:defRPr lang="ja-JP" altLang="en-US" i="0" u="none" strike="noStrike" kern="0" cap="none" spc="0" normalizeH="0" baseline="0" dirty="0" smtClean="0">
                <a:ln>
                  <a:noFill/>
                </a:ln>
                <a:solidFill>
                  <a:srgbClr val="4B4B4B"/>
                </a:solidFill>
                <a:effectLst/>
                <a:uLnTx/>
                <a:uFillTx/>
              </a:defRPr>
            </a:lvl3pPr>
            <a:lvl4pPr>
              <a:defRPr lang="ja-JP" altLang="en-US" i="0" u="none" strike="noStrike" kern="0" cap="none" spc="0" normalizeH="0" baseline="0" dirty="0" smtClean="0">
                <a:ln>
                  <a:noFill/>
                </a:ln>
                <a:solidFill>
                  <a:srgbClr val="4B4B4B"/>
                </a:solidFill>
                <a:effectLst/>
                <a:uLnTx/>
                <a:uFillTx/>
              </a:defRPr>
            </a:lvl4pPr>
          </a:lstStyle>
          <a:p>
            <a:pPr marR="0" lvl="0" defTabSz="914400" eaLnBrk="0" latinLnBrk="0">
              <a:lnSpc>
                <a:spcPct val="100000"/>
              </a:lnSpc>
              <a:buClr>
                <a:srgbClr val="002B62"/>
              </a:buClr>
              <a:buSzTx/>
              <a:tabLst/>
            </a:pPr>
            <a:r>
              <a:rPr kumimoji="1" lang="ja-JP" altLang="en-US"/>
              <a:t>本文を入力</a:t>
            </a:r>
          </a:p>
          <a:p>
            <a:pPr marR="0" lvl="1" defTabSz="914400" eaLnBrk="0" latinLnBrk="0">
              <a:lnSpc>
                <a:spcPct val="100000"/>
              </a:lnSpc>
              <a:buClr>
                <a:srgbClr val="002B62"/>
              </a:buClr>
              <a:buSzTx/>
              <a:tabLst/>
            </a:pPr>
            <a:r>
              <a:rPr kumimoji="1" lang="ja-JP" altLang="en-US"/>
              <a:t>第</a:t>
            </a:r>
            <a:r>
              <a:rPr kumimoji="1" lang="en-US" altLang="ja-JP"/>
              <a:t>2</a:t>
            </a:r>
            <a:r>
              <a:rPr kumimoji="1" lang="ja-JP" altLang="en-US"/>
              <a:t>レベル</a:t>
            </a:r>
          </a:p>
          <a:p>
            <a:pPr marR="0" lvl="2" defTabSz="914400" eaLnBrk="0" latinLnBrk="0">
              <a:lnSpc>
                <a:spcPct val="100000"/>
              </a:lnSpc>
              <a:buClr>
                <a:srgbClr val="002B62"/>
              </a:buClr>
              <a:buSzTx/>
              <a:tabLst/>
            </a:pPr>
            <a:r>
              <a:rPr kumimoji="1" lang="ja-JP" altLang="en-US"/>
              <a:t>第</a:t>
            </a:r>
            <a:r>
              <a:rPr kumimoji="1" lang="en-US" altLang="ja-JP"/>
              <a:t>3</a:t>
            </a:r>
            <a:r>
              <a:rPr kumimoji="1" lang="ja-JP" altLang="en-US"/>
              <a:t>レベル</a:t>
            </a:r>
          </a:p>
          <a:p>
            <a:pPr marR="0" lvl="3" defTabSz="914400" eaLnBrk="0" latinLnBrk="0">
              <a:lnSpc>
                <a:spcPct val="100000"/>
              </a:lnSpc>
              <a:buClr>
                <a:srgbClr val="002B62"/>
              </a:buClr>
              <a:buSzTx/>
              <a:tabLst/>
            </a:pPr>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42564726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ntent(white)">
    <p:bg bwMode="gray">
      <p:bgPr>
        <a:solidFill>
          <a:schemeClr val="bg1"/>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3B13ACA-8E29-4EB3-8ACB-32C4F44D26DD}"/>
              </a:ext>
            </a:extLst>
          </p:cNvPr>
          <p:cNvSpPr/>
          <p:nvPr userDrawn="1"/>
        </p:nvSpPr>
        <p:spPr>
          <a:xfrm>
            <a:off x="0" y="0"/>
            <a:ext cx="12192000" cy="585926"/>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タイトル"/>
          <p:cNvSpPr>
            <a:spLocks noGrp="1"/>
          </p:cNvSpPr>
          <p:nvPr>
            <p:ph type="title" hasCustomPrompt="1"/>
          </p:nvPr>
        </p:nvSpPr>
        <p:spPr bwMode="gray">
          <a:xfrm>
            <a:off x="1" y="115200"/>
            <a:ext cx="11951351" cy="468000"/>
          </a:xfrm>
        </p:spPr>
        <p:txBody>
          <a:bodyPr vert="horz" lIns="91440" tIns="36000" rIns="91440" bIns="0" rtlCol="0" anchor="b">
            <a:normAutofit/>
          </a:bodyPr>
          <a:lstStyle>
            <a:lvl1pPr>
              <a:defRPr lang="ja-JP" altLang="en-US" dirty="0">
                <a:solidFill>
                  <a:schemeClr val="bg1"/>
                </a:solidFill>
              </a:defRPr>
            </a:lvl1pPr>
          </a:lstStyle>
          <a:p>
            <a:pPr lvl="0"/>
            <a:r>
              <a:rPr kumimoji="1" lang="ja-JP" altLang="en-US"/>
              <a:t>タイトルを入力</a:t>
            </a:r>
          </a:p>
        </p:txBody>
      </p:sp>
      <p:sp>
        <p:nvSpPr>
          <p:cNvPr id="6" name="コンテンツ プレースホルダー"/>
          <p:cNvSpPr>
            <a:spLocks noGrp="1"/>
          </p:cNvSpPr>
          <p:nvPr>
            <p:ph sz="quarter" idx="10" hasCustomPrompt="1"/>
          </p:nvPr>
        </p:nvSpPr>
        <p:spPr bwMode="gray">
          <a:xfrm>
            <a:off x="239184" y="836613"/>
            <a:ext cx="5664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
        <p:nvSpPr>
          <p:cNvPr id="7" name="コンテンツ プレースホルダー"/>
          <p:cNvSpPr>
            <a:spLocks noGrp="1"/>
          </p:cNvSpPr>
          <p:nvPr>
            <p:ph sz="quarter" idx="11" hasCustomPrompt="1"/>
          </p:nvPr>
        </p:nvSpPr>
        <p:spPr bwMode="gray">
          <a:xfrm>
            <a:off x="6288817" y="836613"/>
            <a:ext cx="5664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404040"/>
                </a:solidFill>
                <a:effectLst/>
                <a:uLnTx/>
                <a:uFillTx/>
              </a:defRPr>
            </a:lvl1pPr>
            <a:lvl2pPr>
              <a:defRPr lang="ja-JP" altLang="en-US" i="0" u="none" strike="noStrike" kern="0" cap="none" spc="0" normalizeH="0" baseline="0" noProof="0" dirty="0" smtClean="0">
                <a:ln>
                  <a:noFill/>
                </a:ln>
                <a:solidFill>
                  <a:srgbClr val="404040"/>
                </a:solidFill>
                <a:effectLst/>
                <a:uLnTx/>
                <a:uFillTx/>
              </a:defRPr>
            </a:lvl2pPr>
            <a:lvl3pPr>
              <a:defRPr lang="ja-JP" altLang="en-US" i="0" u="none" strike="noStrike" kern="0" cap="none" spc="0" normalizeH="0" baseline="0" noProof="0" dirty="0" smtClean="0">
                <a:ln>
                  <a:noFill/>
                </a:ln>
                <a:solidFill>
                  <a:srgbClr val="404040"/>
                </a:solidFill>
                <a:effectLst/>
                <a:uLnTx/>
                <a:uFillTx/>
              </a:defRPr>
            </a:lvl3pPr>
            <a:lvl4pPr>
              <a:defRPr lang="ja-JP" altLang="en-US" i="0" u="none" strike="noStrike" kern="0" cap="none" spc="0" normalizeH="0" baseline="0" noProof="0" dirty="0" smtClean="0">
                <a:ln>
                  <a:noFill/>
                </a:ln>
                <a:solidFill>
                  <a:srgbClr val="404040"/>
                </a:solidFill>
                <a:effectLst/>
                <a:uLnTx/>
                <a:uFillTx/>
              </a:defRPr>
            </a:lvl4pPr>
          </a:lstStyle>
          <a:p>
            <a:pPr lvl="0"/>
            <a:r>
              <a:rPr kumimoji="1" lang="ja-JP" altLang="en-US"/>
              <a:t>本文を入力</a:t>
            </a:r>
          </a:p>
          <a:p>
            <a:pPr lvl="1"/>
            <a:r>
              <a:rPr kumimoji="1" lang="ja-JP" altLang="en-US" sz="1600" b="0" i="0" u="none" strike="noStrike" kern="0" cap="none" spc="0" normalizeH="0" baseline="0" noProof="0">
                <a:ln>
                  <a:noFill/>
                </a:ln>
                <a:solidFill>
                  <a:srgbClr val="000000"/>
                </a:solidFill>
                <a:effectLst/>
                <a:uLnTx/>
                <a:uFillTx/>
                <a:latin typeface="+mn-lt"/>
                <a:ea typeface="+mn-ea"/>
              </a:rPr>
              <a:t>第</a:t>
            </a:r>
            <a:r>
              <a:rPr kumimoji="1" lang="en-US" altLang="ja-JP" sz="1600" b="0" i="0" u="none" strike="noStrike" kern="0" cap="none" spc="0" normalizeH="0" baseline="0" noProof="0">
                <a:ln>
                  <a:noFill/>
                </a:ln>
                <a:solidFill>
                  <a:srgbClr val="000000"/>
                </a:solidFill>
                <a:effectLst/>
                <a:uLnTx/>
                <a:uFillTx/>
                <a:latin typeface="+mn-lt"/>
                <a:ea typeface="+mn-ea"/>
              </a:rPr>
              <a:t>2</a:t>
            </a:r>
            <a:r>
              <a:rPr kumimoji="1" lang="ja-JP" altLang="en-US" sz="1600" b="0" i="0" u="none" strike="noStrike" kern="0" cap="none" spc="0" normalizeH="0" baseline="0" noProof="0">
                <a:ln>
                  <a:noFill/>
                </a:ln>
                <a:solidFill>
                  <a:srgbClr val="000000"/>
                </a:solidFill>
                <a:effectLst/>
                <a:uLnTx/>
                <a:uFillTx/>
                <a:latin typeface="+mn-lt"/>
                <a:ea typeface="+mn-ea"/>
              </a:rPr>
              <a:t>レベル</a:t>
            </a:r>
          </a:p>
          <a:p>
            <a:pPr lvl="2"/>
            <a:r>
              <a:rPr kumimoji="1" lang="ja-JP" altLang="en-US" sz="1400" b="0" i="0" u="none" strike="noStrike" kern="0" cap="none" spc="0" normalizeH="0" baseline="0" noProof="0">
                <a:ln>
                  <a:noFill/>
                </a:ln>
                <a:solidFill>
                  <a:srgbClr val="000000"/>
                </a:solidFill>
                <a:effectLst/>
                <a:uLnTx/>
                <a:uFillTx/>
                <a:latin typeface="+mn-lt"/>
                <a:ea typeface="+mn-ea"/>
              </a:rPr>
              <a:t>第</a:t>
            </a:r>
            <a:r>
              <a:rPr kumimoji="1" lang="en-US" altLang="ja-JP" sz="1400" b="0" i="0" u="none" strike="noStrike" kern="0" cap="none" spc="0" normalizeH="0" baseline="0" noProof="0">
                <a:ln>
                  <a:noFill/>
                </a:ln>
                <a:solidFill>
                  <a:srgbClr val="000000"/>
                </a:solidFill>
                <a:effectLst/>
                <a:uLnTx/>
                <a:uFillTx/>
                <a:latin typeface="+mn-lt"/>
                <a:ea typeface="+mn-ea"/>
              </a:rPr>
              <a:t>3</a:t>
            </a:r>
            <a:r>
              <a:rPr kumimoji="1" lang="ja-JP" altLang="en-US" sz="1400" b="0" i="0" u="none" strike="noStrike" kern="0" cap="none" spc="0" normalizeH="0" baseline="0" noProof="0">
                <a:ln>
                  <a:noFill/>
                </a:ln>
                <a:solidFill>
                  <a:srgbClr val="000000"/>
                </a:solidFill>
                <a:effectLst/>
                <a:uLnTx/>
                <a:uFillTx/>
                <a:latin typeface="+mn-lt"/>
                <a:ea typeface="+mn-ea"/>
              </a:rPr>
              <a:t>レベル</a:t>
            </a:r>
          </a:p>
          <a:p>
            <a:pPr lvl="3"/>
            <a:r>
              <a:rPr kumimoji="1" lang="ja-JP" altLang="en-US" sz="1200" b="0" i="0" u="none" strike="noStrike" kern="0" cap="none" spc="0" normalizeH="0" baseline="0" noProof="0">
                <a:ln>
                  <a:noFill/>
                </a:ln>
                <a:solidFill>
                  <a:srgbClr val="000000"/>
                </a:solidFill>
                <a:effectLst/>
                <a:uLnTx/>
                <a:uFillTx/>
                <a:latin typeface="+mn-lt"/>
                <a:ea typeface="+mn-ea"/>
              </a:rPr>
              <a:t>第</a:t>
            </a:r>
            <a:r>
              <a:rPr kumimoji="1" lang="en-US" altLang="ja-JP" sz="1200" b="0" i="0" u="none" strike="noStrike" kern="0" cap="none" spc="0" normalizeH="0" baseline="0" noProof="0">
                <a:ln>
                  <a:noFill/>
                </a:ln>
                <a:solidFill>
                  <a:srgbClr val="000000"/>
                </a:solidFill>
                <a:effectLst/>
                <a:uLnTx/>
                <a:uFillTx/>
                <a:latin typeface="+mn-lt"/>
                <a:ea typeface="+mn-ea"/>
              </a:rPr>
              <a:t>4</a:t>
            </a:r>
            <a:r>
              <a:rPr kumimoji="1" lang="ja-JP" altLang="en-US" sz="1200" b="0" i="0" u="none" strike="noStrike" kern="0" cap="none" spc="0" normalizeH="0" baseline="0" noProof="0">
                <a:ln>
                  <a:noFill/>
                </a:ln>
                <a:solidFill>
                  <a:srgbClr val="000000"/>
                </a:solidFill>
                <a:effectLst/>
                <a:uLnTx/>
                <a:uFillTx/>
                <a:latin typeface="+mn-lt"/>
                <a:ea typeface="+mn-ea"/>
              </a:rPr>
              <a:t>レベル</a:t>
            </a:r>
          </a:p>
        </p:txBody>
      </p:sp>
    </p:spTree>
    <p:extLst>
      <p:ext uri="{BB962C8B-B14F-4D97-AF65-F5344CB8AC3E}">
        <p14:creationId xmlns:p14="http://schemas.microsoft.com/office/powerpoint/2010/main" val="1593388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rporate Mark">
    <p:spTree>
      <p:nvGrpSpPr>
        <p:cNvPr id="1" name=""/>
        <p:cNvGrpSpPr/>
        <p:nvPr/>
      </p:nvGrpSpPr>
      <p:grpSpPr>
        <a:xfrm>
          <a:off x="0" y="0"/>
          <a:ext cx="0" cy="0"/>
          <a:chOff x="0" y="0"/>
          <a:chExt cx="0" cy="0"/>
        </a:xfrm>
      </p:grpSpPr>
      <p:sp>
        <p:nvSpPr>
          <p:cNvPr id="7" name="テキスト ボックス 2">
            <a:extLst>
              <a:ext uri="{FF2B5EF4-FFF2-40B4-BE49-F238E27FC236}">
                <a16:creationId xmlns:a16="http://schemas.microsoft.com/office/drawing/2014/main" id="{DCDEC24E-6BD6-51AA-F03A-CBB67FF62F4A}"/>
              </a:ext>
            </a:extLst>
          </p:cNvPr>
          <p:cNvSpPr txBox="1">
            <a:spLocks noChangeArrowheads="1"/>
          </p:cNvSpPr>
          <p:nvPr userDrawn="1"/>
        </p:nvSpPr>
        <p:spPr bwMode="auto">
          <a:xfrm>
            <a:off x="1" y="6627168"/>
            <a:ext cx="3681505" cy="230832"/>
          </a:xfrm>
          <a:prstGeom prst="rect">
            <a:avLst/>
          </a:prstGeom>
          <a:solidFill>
            <a:schemeClr val="bg1"/>
          </a:solid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sz="900">
                <a:solidFill>
                  <a:srgbClr val="4B4B4B"/>
                </a:solidFill>
                <a:latin typeface="メイリオ" panose="020B0604030504040204" pitchFamily="50" charset="-128"/>
                <a:ea typeface="メイリオ" panose="020B0604030504040204" pitchFamily="50" charset="-128"/>
              </a:rPr>
              <a:t>© CAL CO., LTD.</a:t>
            </a:r>
          </a:p>
        </p:txBody>
      </p:sp>
      <p:sp>
        <p:nvSpPr>
          <p:cNvPr id="8" name="テキスト ボックス 1">
            <a:extLst>
              <a:ext uri="{FF2B5EF4-FFF2-40B4-BE49-F238E27FC236}">
                <a16:creationId xmlns:a16="http://schemas.microsoft.com/office/drawing/2014/main" id="{C4577816-53FE-C5E6-4F04-104AA4286989}"/>
              </a:ext>
            </a:extLst>
          </p:cNvPr>
          <p:cNvSpPr txBox="1">
            <a:spLocks noChangeArrowheads="1"/>
          </p:cNvSpPr>
          <p:nvPr userDrawn="1"/>
        </p:nvSpPr>
        <p:spPr bwMode="auto">
          <a:xfrm>
            <a:off x="0" y="6211670"/>
            <a:ext cx="12192000" cy="415498"/>
          </a:xfrm>
          <a:prstGeom prst="rect">
            <a:avLst/>
          </a:prstGeom>
          <a:solidFill>
            <a:schemeClr val="bg1"/>
          </a:solid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700">
                <a:solidFill>
                  <a:srgbClr val="4B4B4B"/>
                </a:solidFill>
                <a:latin typeface="メイリオ" panose="020B0604030504040204" pitchFamily="50" charset="-128"/>
                <a:ea typeface="メイリオ" panose="020B0604030504040204" pitchFamily="50" charset="-128"/>
              </a:rPr>
              <a:t>本資料に記載されます製品の仕様等は予告なく変更になる場合があります。</a:t>
            </a:r>
            <a:endParaRPr lang="en-US" altLang="ja-JP" sz="700">
              <a:solidFill>
                <a:srgbClr val="4B4B4B"/>
              </a:solidFill>
              <a:latin typeface="メイリオ" panose="020B0604030504040204" pitchFamily="50" charset="-128"/>
              <a:ea typeface="メイリオ" panose="020B0604030504040204" pitchFamily="50" charset="-128"/>
            </a:endParaRPr>
          </a:p>
          <a:p>
            <a:r>
              <a:rPr lang="ja-JP" altLang="en-US" sz="700">
                <a:solidFill>
                  <a:srgbClr val="4B4B4B"/>
                </a:solidFill>
                <a:latin typeface="メイリオ" panose="020B0604030504040204" pitchFamily="50" charset="-128"/>
                <a:ea typeface="メイリオ" panose="020B0604030504040204" pitchFamily="50" charset="-128"/>
              </a:rPr>
              <a:t>記載された会社名、製品名等は各社の登録商標もしくは商標です。</a:t>
            </a:r>
            <a:endParaRPr lang="en-US" altLang="ja-JP" sz="700">
              <a:solidFill>
                <a:srgbClr val="4B4B4B"/>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a:solidFill>
                  <a:srgbClr val="404040"/>
                </a:solidFill>
                <a:latin typeface="メイリオ" panose="020B0604030504040204" pitchFamily="50" charset="-128"/>
                <a:ea typeface="メイリオ" panose="020B0604030504040204" pitchFamily="50" charset="-128"/>
              </a:rPr>
              <a:t>本書には、当社の著作物が含まれます。当該目的以外に使用、複製、関係者以外への配布はご遠慮ください。</a:t>
            </a:r>
          </a:p>
        </p:txBody>
      </p:sp>
      <p:pic>
        <p:nvPicPr>
          <p:cNvPr id="2" name="図 1" descr="グラフィカル ユーザー インターフェイス, アプリケーション&#10;&#10;自動的に生成された説明">
            <a:extLst>
              <a:ext uri="{FF2B5EF4-FFF2-40B4-BE49-F238E27FC236}">
                <a16:creationId xmlns:a16="http://schemas.microsoft.com/office/drawing/2014/main" id="{9C9F1F04-FC8A-97C2-3AF9-B5DE76471EDC}"/>
              </a:ext>
            </a:extLst>
          </p:cNvPr>
          <p:cNvPicPr>
            <a:picLocks noChangeAspect="1"/>
          </p:cNvPicPr>
          <p:nvPr userDrawn="1"/>
        </p:nvPicPr>
        <p:blipFill>
          <a:blip r:embed="rId2"/>
          <a:stretch>
            <a:fillRect/>
          </a:stretch>
        </p:blipFill>
        <p:spPr>
          <a:xfrm>
            <a:off x="3512713" y="2957549"/>
            <a:ext cx="4933454" cy="1326887"/>
          </a:xfrm>
          <a:prstGeom prst="rect">
            <a:avLst/>
          </a:prstGeom>
        </p:spPr>
      </p:pic>
      <p:sp>
        <p:nvSpPr>
          <p:cNvPr id="3" name="テキスト ボックス 2">
            <a:extLst>
              <a:ext uri="{FF2B5EF4-FFF2-40B4-BE49-F238E27FC236}">
                <a16:creationId xmlns:a16="http://schemas.microsoft.com/office/drawing/2014/main" id="{78F8ACCB-A109-692B-5BBE-1C70575E1C94}"/>
              </a:ext>
            </a:extLst>
          </p:cNvPr>
          <p:cNvSpPr txBox="1">
            <a:spLocks noChangeArrowheads="1"/>
          </p:cNvSpPr>
          <p:nvPr userDrawn="1"/>
        </p:nvSpPr>
        <p:spPr bwMode="auto">
          <a:xfrm>
            <a:off x="4541778" y="3092341"/>
            <a:ext cx="3223245" cy="584775"/>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r" eaLnBrk="1" hangingPunct="1"/>
            <a:r>
              <a:rPr lang="ja-JP" altLang="en-US" sz="2000" b="1">
                <a:solidFill>
                  <a:srgbClr val="4B4B4B"/>
                </a:solidFill>
                <a:latin typeface="メイリオ" panose="020B0604030504040204" pitchFamily="50" charset="-128"/>
                <a:ea typeface="メイリオ" panose="020B0604030504040204" pitchFamily="50" charset="-128"/>
                <a:cs typeface="Estrangelo Edessa" panose="03080600000000000000" pitchFamily="66" charset="0"/>
              </a:rPr>
              <a:t>キャル株式会社</a:t>
            </a:r>
            <a:endParaRPr lang="en-US" altLang="ja-JP" sz="2000" b="1">
              <a:solidFill>
                <a:srgbClr val="4B4B4B"/>
              </a:solidFill>
              <a:latin typeface="メイリオ" panose="020B0604030504040204" pitchFamily="50" charset="-128"/>
              <a:ea typeface="メイリオ" panose="020B0604030504040204" pitchFamily="50" charset="-128"/>
              <a:cs typeface="Estrangelo Edessa" panose="03080600000000000000" pitchFamily="66" charset="0"/>
            </a:endParaRPr>
          </a:p>
          <a:p>
            <a:pPr algn="r" eaLnBrk="1" hangingPunct="1"/>
            <a:r>
              <a:rPr lang="en-US" altLang="ja-JP" sz="1100" b="1">
                <a:solidFill>
                  <a:srgbClr val="4B4B4B"/>
                </a:solidFill>
                <a:latin typeface="+mn-ea"/>
                <a:ea typeface="+mn-ea"/>
                <a:cs typeface="Estrangelo Edessa" panose="03080600000000000000" pitchFamily="66" charset="0"/>
              </a:rPr>
              <a:t>https://www.cal.co.jp/       </a:t>
            </a:r>
          </a:p>
        </p:txBody>
      </p:sp>
    </p:spTree>
    <p:extLst>
      <p:ext uri="{BB962C8B-B14F-4D97-AF65-F5344CB8AC3E}">
        <p14:creationId xmlns:p14="http://schemas.microsoft.com/office/powerpoint/2010/main" val="3843779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image" Target="../media/image1.jpe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10" Type="http://schemas.openxmlformats.org/officeDocument/2006/relationships/image" Target="../media/image1.jpe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image" Target="../media/image1.jpe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9F003CF-5E5D-46C2-B519-5AB33E388973}"/>
              </a:ext>
            </a:extLst>
          </p:cNvPr>
          <p:cNvSpPr/>
          <p:nvPr userDrawn="1"/>
        </p:nvSpPr>
        <p:spPr>
          <a:xfrm>
            <a:off x="0" y="6516210"/>
            <a:ext cx="12192000" cy="350668"/>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solidFill>
                <a:schemeClr val="bg1"/>
              </a:solidFill>
            </a:endParaRPr>
          </a:p>
        </p:txBody>
      </p:sp>
      <p:sp>
        <p:nvSpPr>
          <p:cNvPr id="2" name="タイトル プレースホルダー"/>
          <p:cNvSpPr>
            <a:spLocks noGrp="1"/>
          </p:cNvSpPr>
          <p:nvPr>
            <p:ph type="title"/>
          </p:nvPr>
        </p:nvSpPr>
        <p:spPr bwMode="gray">
          <a:xfrm>
            <a:off x="239184" y="108000"/>
            <a:ext cx="11713633" cy="468000"/>
          </a:xfrm>
          <a:prstGeom prst="rect">
            <a:avLst/>
          </a:prstGeom>
        </p:spPr>
        <p:txBody>
          <a:bodyPr vert="horz" lIns="91440" tIns="36000" rIns="91440" bIns="0" rtlCol="0" anchor="b">
            <a:noAutofit/>
          </a:bodyPr>
          <a:lstStyle/>
          <a:p>
            <a:r>
              <a:rPr kumimoji="1" lang="ja-JP" altLang="en-US"/>
              <a:t>マスター タイトルの書式設定</a:t>
            </a:r>
          </a:p>
        </p:txBody>
      </p:sp>
      <p:sp>
        <p:nvSpPr>
          <p:cNvPr id="3" name="テキスト プレースホルダー"/>
          <p:cNvSpPr>
            <a:spLocks noGrp="1"/>
          </p:cNvSpPr>
          <p:nvPr>
            <p:ph type="body" idx="1"/>
          </p:nvPr>
        </p:nvSpPr>
        <p:spPr bwMode="gray">
          <a:xfrm>
            <a:off x="239183" y="836614"/>
            <a:ext cx="11713635" cy="56165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a:t>
            </a:r>
            <a:r>
              <a:rPr kumimoji="1" lang="en-US" altLang="ja-JP"/>
              <a:t>2</a:t>
            </a:r>
            <a:r>
              <a:rPr kumimoji="1" lang="ja-JP" altLang="en-US"/>
              <a:t>レベル</a:t>
            </a:r>
          </a:p>
          <a:p>
            <a:pPr lvl="2"/>
            <a:r>
              <a:rPr kumimoji="1" lang="ja-JP" altLang="en-US"/>
              <a:t>第</a:t>
            </a:r>
            <a:r>
              <a:rPr kumimoji="1" lang="en-US" altLang="ja-JP"/>
              <a:t>3</a:t>
            </a:r>
            <a:r>
              <a:rPr kumimoji="1" lang="ja-JP" altLang="en-US"/>
              <a:t>レベル</a:t>
            </a:r>
          </a:p>
          <a:p>
            <a:pPr lvl="3"/>
            <a:r>
              <a:rPr kumimoji="1" lang="ja-JP" altLang="en-US"/>
              <a:t>第</a:t>
            </a:r>
            <a:r>
              <a:rPr kumimoji="1" lang="en-US" altLang="ja-JP"/>
              <a:t>4</a:t>
            </a:r>
            <a:r>
              <a:rPr kumimoji="1" lang="ja-JP" altLang="en-US"/>
              <a:t>レベル</a:t>
            </a:r>
          </a:p>
        </p:txBody>
      </p:sp>
      <p:sp>
        <p:nvSpPr>
          <p:cNvPr id="8" name="PageNumber"/>
          <p:cNvSpPr txBox="1"/>
          <p:nvPr userDrawn="1"/>
        </p:nvSpPr>
        <p:spPr bwMode="black">
          <a:xfrm>
            <a:off x="225080" y="6597840"/>
            <a:ext cx="656811" cy="23400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1" i="0" u="none" strike="noStrike" kern="1200" cap="none" spc="0" normalizeH="0" baseline="0" noProof="0" smtClean="0">
                <a:ln>
                  <a:noFill/>
                </a:ln>
                <a:solidFill>
                  <a:srgbClr val="FFFFFF"/>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1" i="0" u="none" strike="noStrike" kern="1200" cap="none" spc="0" normalizeH="0" baseline="0" noProof="0">
              <a:ln>
                <a:noFill/>
              </a:ln>
              <a:solidFill>
                <a:srgbClr val="FFFFFF"/>
              </a:solidFill>
              <a:effectLst/>
              <a:uLnTx/>
              <a:uFillTx/>
              <a:latin typeface="+mn-lt"/>
              <a:ea typeface="+mn-ea"/>
              <a:cs typeface="+mn-cs"/>
            </a:endParaRPr>
          </a:p>
        </p:txBody>
      </p:sp>
      <p:sp>
        <p:nvSpPr>
          <p:cNvPr id="9" name="Credit"/>
          <p:cNvSpPr txBox="1"/>
          <p:nvPr userDrawn="1"/>
        </p:nvSpPr>
        <p:spPr bwMode="black">
          <a:xfrm>
            <a:off x="881891" y="6597840"/>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FFFFFF"/>
                </a:solidFill>
                <a:effectLst/>
                <a:uLnTx/>
                <a:uFillTx/>
                <a:latin typeface="+mn-lt"/>
                <a:ea typeface="+mn-ea"/>
                <a:cs typeface="+mn-cs"/>
              </a:rPr>
              <a:t>© CAL CO.,LTD.</a:t>
            </a:r>
          </a:p>
        </p:txBody>
      </p:sp>
      <p:pic>
        <p:nvPicPr>
          <p:cNvPr id="21" name="図 20" descr="ロゴ&#10;&#10;自動的に生成された説明">
            <a:extLst>
              <a:ext uri="{FF2B5EF4-FFF2-40B4-BE49-F238E27FC236}">
                <a16:creationId xmlns:a16="http://schemas.microsoft.com/office/drawing/2014/main" id="{F22F6670-7DDB-13C4-7013-A8805B83B23F}"/>
              </a:ext>
            </a:extLst>
          </p:cNvPr>
          <p:cNvPicPr>
            <a:picLocks noChangeAspect="1"/>
          </p:cNvPicPr>
          <p:nvPr userDrawn="1"/>
        </p:nvPicPr>
        <p:blipFill>
          <a:blip r:embed="rId10">
            <a:clrChange>
              <a:clrFrom>
                <a:srgbClr val="FFFFFF"/>
              </a:clrFrom>
              <a:clrTo>
                <a:srgbClr val="FFFFFF">
                  <a:alpha val="0"/>
                </a:srgbClr>
              </a:clrTo>
            </a:clrChange>
          </a:blip>
          <a:stretch>
            <a:fillRect/>
          </a:stretch>
        </p:blipFill>
        <p:spPr>
          <a:xfrm>
            <a:off x="11263169" y="6586895"/>
            <a:ext cx="689648" cy="213791"/>
          </a:xfrm>
          <a:prstGeom prst="rect">
            <a:avLst/>
          </a:prstGeom>
        </p:spPr>
      </p:pic>
    </p:spTree>
    <p:extLst>
      <p:ext uri="{BB962C8B-B14F-4D97-AF65-F5344CB8AC3E}">
        <p14:creationId xmlns:p14="http://schemas.microsoft.com/office/powerpoint/2010/main" val="405496239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Lst>
  <p:hf sldNum="0" hdr="0" ftr="0" dt="0"/>
  <p:txStyles>
    <p:titleStyle>
      <a:lvl1pPr algn="l" rtl="0" eaLnBrk="0" fontAlgn="base" hangingPunct="0">
        <a:spcBef>
          <a:spcPct val="0"/>
        </a:spcBef>
        <a:spcAft>
          <a:spcPct val="0"/>
        </a:spcAft>
        <a:defRPr kumimoji="1" sz="2400" b="1">
          <a:solidFill>
            <a:srgbClr val="4B4B4B"/>
          </a:solidFill>
          <a:latin typeface="+mj-lt"/>
          <a:ea typeface="+mj-ea"/>
          <a:cs typeface="+mj-cs"/>
        </a:defRPr>
      </a:lvl1pPr>
      <a:lvl2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5pPr>
      <a:lvl6pPr marL="457200" algn="l" rtl="0" fontAlgn="base">
        <a:spcBef>
          <a:spcPct val="0"/>
        </a:spcBef>
        <a:spcAft>
          <a:spcPct val="0"/>
        </a:spcAft>
        <a:defRPr kumimoji="1" sz="2800">
          <a:solidFill>
            <a:schemeClr val="tx1"/>
          </a:solidFill>
          <a:latin typeface="HGP創英角ｺﾞｼｯｸUB" pitchFamily="50" charset="-128"/>
          <a:ea typeface="ＭＳ Ｐゴシック" charset="-128"/>
        </a:defRPr>
      </a:lvl6pPr>
      <a:lvl7pPr marL="914400" algn="l" rtl="0" fontAlgn="base">
        <a:spcBef>
          <a:spcPct val="0"/>
        </a:spcBef>
        <a:spcAft>
          <a:spcPct val="0"/>
        </a:spcAft>
        <a:defRPr kumimoji="1" sz="2800">
          <a:solidFill>
            <a:schemeClr val="tx1"/>
          </a:solidFill>
          <a:latin typeface="HGP創英角ｺﾞｼｯｸUB" pitchFamily="50" charset="-128"/>
          <a:ea typeface="ＭＳ Ｐゴシック" charset="-128"/>
        </a:defRPr>
      </a:lvl7pPr>
      <a:lvl8pPr marL="1371600" algn="l" rtl="0" fontAlgn="base">
        <a:spcBef>
          <a:spcPct val="0"/>
        </a:spcBef>
        <a:spcAft>
          <a:spcPct val="0"/>
        </a:spcAft>
        <a:defRPr kumimoji="1" sz="2800">
          <a:solidFill>
            <a:schemeClr val="tx1"/>
          </a:solidFill>
          <a:latin typeface="HGP創英角ｺﾞｼｯｸUB" pitchFamily="50" charset="-128"/>
          <a:ea typeface="ＭＳ Ｐゴシック" charset="-128"/>
        </a:defRPr>
      </a:lvl8pPr>
      <a:lvl9pPr marL="1828800" algn="l" rtl="0" fontAlgn="base">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180000" indent="-180000" algn="l" rtl="0" eaLnBrk="1" fontAlgn="base" hangingPunct="0">
        <a:spcBef>
          <a:spcPts val="500"/>
        </a:spcBef>
        <a:spcAft>
          <a:spcPct val="0"/>
        </a:spcAft>
        <a:buClr>
          <a:srgbClr val="404040"/>
        </a:buClr>
        <a:buFont typeface="メイリオ" panose="020B0604030504040204" pitchFamily="50" charset="-128"/>
        <a:buChar char="▍"/>
        <a:defRPr kumimoji="1" sz="2000" b="0">
          <a:solidFill>
            <a:srgbClr val="4B4B4B"/>
          </a:solidFill>
          <a:latin typeface="+mn-lt"/>
          <a:ea typeface="+mn-ea"/>
          <a:cs typeface="+mn-cs"/>
        </a:defRPr>
      </a:lvl1pPr>
      <a:lvl2pPr marL="360000" indent="-180000" algn="l" rtl="0" eaLnBrk="1" fontAlgn="base" hangingPunct="0">
        <a:spcBef>
          <a:spcPts val="500"/>
        </a:spcBef>
        <a:spcAft>
          <a:spcPct val="0"/>
        </a:spcAft>
        <a:buClr>
          <a:srgbClr val="404040"/>
        </a:buClr>
        <a:buFont typeface="Wingdings" panose="05000000000000000000" pitchFamily="2" charset="2"/>
        <a:buChar char="l"/>
        <a:defRPr kumimoji="1" sz="1600" b="0">
          <a:solidFill>
            <a:srgbClr val="4B4B4B"/>
          </a:solidFill>
          <a:latin typeface="+mn-lt"/>
          <a:ea typeface="+mn-ea"/>
        </a:defRPr>
      </a:lvl2pPr>
      <a:lvl3pPr marL="468000" indent="-108000" algn="l" rtl="0" eaLnBrk="1" fontAlgn="base" hangingPunct="0">
        <a:spcBef>
          <a:spcPts val="500"/>
        </a:spcBef>
        <a:spcAft>
          <a:spcPct val="0"/>
        </a:spcAft>
        <a:buClr>
          <a:srgbClr val="404040"/>
        </a:buClr>
        <a:buFont typeface="Arial" panose="020B0604020202020204" pitchFamily="34" charset="0"/>
        <a:buChar char="•"/>
        <a:defRPr kumimoji="1" sz="1400" b="0">
          <a:solidFill>
            <a:srgbClr val="4B4B4B"/>
          </a:solidFill>
          <a:latin typeface="+mn-lt"/>
          <a:ea typeface="+mn-ea"/>
        </a:defRPr>
      </a:lvl3pPr>
      <a:lvl4pPr marL="576000" indent="-108000" algn="l" rtl="0" eaLnBrk="1" fontAlgn="base" hangingPunct="0">
        <a:spcBef>
          <a:spcPts val="500"/>
        </a:spcBef>
        <a:spcAft>
          <a:spcPct val="0"/>
        </a:spcAft>
        <a:buClr>
          <a:srgbClr val="404040"/>
        </a:buClr>
        <a:buFont typeface="Arial Black" panose="020B0A04020102020204" pitchFamily="34" charset="0"/>
        <a:buChar char="-"/>
        <a:defRPr kumimoji="1" sz="1200" b="0">
          <a:solidFill>
            <a:srgbClr val="4B4B4B"/>
          </a:solidFill>
          <a:latin typeface="+mn-lt"/>
          <a:ea typeface="+mn-ea"/>
        </a:defRPr>
      </a:lvl4pPr>
      <a:lvl5pPr marL="735013" indent="-157163" algn="l" rtl="0" eaLnBrk="0" fontAlgn="base" hangingPunct="0">
        <a:spcBef>
          <a:spcPct val="20000"/>
        </a:spcBef>
        <a:spcAft>
          <a:spcPct val="0"/>
        </a:spcAft>
        <a:buClr>
          <a:schemeClr val="accent6"/>
        </a:buClr>
        <a:buChar char="≫"/>
        <a:defRPr kumimoji="1" sz="1200" b="1">
          <a:solidFill>
            <a:schemeClr val="tx1"/>
          </a:solidFill>
          <a:latin typeface="+mj-lt"/>
          <a:ea typeface="+mn-ea"/>
        </a:defRPr>
      </a:lvl5pPr>
      <a:lvl6pPr marL="2514600" indent="-228600" algn="l" rtl="0" fontAlgn="base">
        <a:spcBef>
          <a:spcPct val="20000"/>
        </a:spcBef>
        <a:spcAft>
          <a:spcPct val="0"/>
        </a:spcAft>
        <a:buChar char="≫"/>
        <a:defRPr kumimoji="1" sz="2000">
          <a:solidFill>
            <a:schemeClr val="tx1"/>
          </a:solidFill>
          <a:latin typeface="Arial" charset="0"/>
          <a:ea typeface="+mn-ea"/>
        </a:defRPr>
      </a:lvl6pPr>
      <a:lvl7pPr marL="2971800" indent="-228600" algn="l" rtl="0" fontAlgn="base">
        <a:spcBef>
          <a:spcPct val="20000"/>
        </a:spcBef>
        <a:spcAft>
          <a:spcPct val="0"/>
        </a:spcAft>
        <a:buChar char="≫"/>
        <a:defRPr kumimoji="1" sz="2000">
          <a:solidFill>
            <a:schemeClr val="tx1"/>
          </a:solidFill>
          <a:latin typeface="Arial" charset="0"/>
          <a:ea typeface="+mn-ea"/>
        </a:defRPr>
      </a:lvl7pPr>
      <a:lvl8pPr marL="3429000" indent="-228600" algn="l" rtl="0" fontAlgn="base">
        <a:spcBef>
          <a:spcPct val="20000"/>
        </a:spcBef>
        <a:spcAft>
          <a:spcPct val="0"/>
        </a:spcAft>
        <a:buChar char="≫"/>
        <a:defRPr kumimoji="1" sz="2000">
          <a:solidFill>
            <a:schemeClr val="tx1"/>
          </a:solidFill>
          <a:latin typeface="Arial" charset="0"/>
          <a:ea typeface="+mn-ea"/>
        </a:defRPr>
      </a:lvl8pPr>
      <a:lvl9pPr marL="3886200" indent="-228600" algn="l" rtl="0" fontAlgn="base">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9F003CF-5E5D-46C2-B519-5AB33E388973}"/>
              </a:ext>
            </a:extLst>
          </p:cNvPr>
          <p:cNvSpPr/>
          <p:nvPr userDrawn="1"/>
        </p:nvSpPr>
        <p:spPr>
          <a:xfrm>
            <a:off x="0" y="6516210"/>
            <a:ext cx="12192000" cy="350668"/>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solidFill>
                <a:schemeClr val="bg1"/>
              </a:solidFill>
            </a:endParaRPr>
          </a:p>
        </p:txBody>
      </p:sp>
      <p:sp>
        <p:nvSpPr>
          <p:cNvPr id="2" name="タイトル プレースホルダー"/>
          <p:cNvSpPr>
            <a:spLocks noGrp="1"/>
          </p:cNvSpPr>
          <p:nvPr>
            <p:ph type="title"/>
          </p:nvPr>
        </p:nvSpPr>
        <p:spPr bwMode="gray">
          <a:xfrm>
            <a:off x="239184" y="108000"/>
            <a:ext cx="11713633" cy="468000"/>
          </a:xfrm>
          <a:prstGeom prst="rect">
            <a:avLst/>
          </a:prstGeom>
        </p:spPr>
        <p:txBody>
          <a:bodyPr vert="horz" lIns="91440" tIns="36000" rIns="91440" bIns="0" rtlCol="0" anchor="b">
            <a:noAutofit/>
          </a:bodyPr>
          <a:lstStyle/>
          <a:p>
            <a:r>
              <a:rPr kumimoji="1" lang="ja-JP" altLang="en-US"/>
              <a:t>マスター タイトルの書式設定</a:t>
            </a:r>
          </a:p>
        </p:txBody>
      </p:sp>
      <p:sp>
        <p:nvSpPr>
          <p:cNvPr id="3" name="テキスト プレースホルダー"/>
          <p:cNvSpPr>
            <a:spLocks noGrp="1"/>
          </p:cNvSpPr>
          <p:nvPr>
            <p:ph type="body" idx="1"/>
          </p:nvPr>
        </p:nvSpPr>
        <p:spPr bwMode="gray">
          <a:xfrm>
            <a:off x="239183" y="836614"/>
            <a:ext cx="11713635" cy="56165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a:t>
            </a:r>
            <a:r>
              <a:rPr kumimoji="1" lang="en-US" altLang="ja-JP"/>
              <a:t>2</a:t>
            </a:r>
            <a:r>
              <a:rPr kumimoji="1" lang="ja-JP" altLang="en-US"/>
              <a:t>レベル</a:t>
            </a:r>
          </a:p>
          <a:p>
            <a:pPr lvl="2"/>
            <a:r>
              <a:rPr kumimoji="1" lang="ja-JP" altLang="en-US"/>
              <a:t>第</a:t>
            </a:r>
            <a:r>
              <a:rPr kumimoji="1" lang="en-US" altLang="ja-JP"/>
              <a:t>3</a:t>
            </a:r>
            <a:r>
              <a:rPr kumimoji="1" lang="ja-JP" altLang="en-US"/>
              <a:t>レベル</a:t>
            </a:r>
          </a:p>
          <a:p>
            <a:pPr lvl="3"/>
            <a:r>
              <a:rPr kumimoji="1" lang="ja-JP" altLang="en-US"/>
              <a:t>第</a:t>
            </a:r>
            <a:r>
              <a:rPr kumimoji="1" lang="en-US" altLang="ja-JP"/>
              <a:t>4</a:t>
            </a:r>
            <a:r>
              <a:rPr kumimoji="1" lang="ja-JP" altLang="en-US"/>
              <a:t>レベル</a:t>
            </a:r>
          </a:p>
        </p:txBody>
      </p:sp>
      <p:sp>
        <p:nvSpPr>
          <p:cNvPr id="8" name="PageNumber"/>
          <p:cNvSpPr txBox="1"/>
          <p:nvPr userDrawn="1"/>
        </p:nvSpPr>
        <p:spPr bwMode="black">
          <a:xfrm>
            <a:off x="225080" y="6597840"/>
            <a:ext cx="656811" cy="23400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1" i="0" u="none" strike="noStrike" kern="1200" cap="none" spc="0" normalizeH="0" baseline="0" noProof="0" smtClean="0">
                <a:ln>
                  <a:noFill/>
                </a:ln>
                <a:solidFill>
                  <a:srgbClr val="FFFFFF"/>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1" i="0" u="none" strike="noStrike" kern="1200" cap="none" spc="0" normalizeH="0" baseline="0" noProof="0">
              <a:ln>
                <a:noFill/>
              </a:ln>
              <a:solidFill>
                <a:srgbClr val="FFFFFF"/>
              </a:solidFill>
              <a:effectLst/>
              <a:uLnTx/>
              <a:uFillTx/>
              <a:latin typeface="+mn-lt"/>
              <a:ea typeface="+mn-ea"/>
              <a:cs typeface="+mn-cs"/>
            </a:endParaRPr>
          </a:p>
        </p:txBody>
      </p:sp>
      <p:sp>
        <p:nvSpPr>
          <p:cNvPr id="9" name="Credit"/>
          <p:cNvSpPr txBox="1"/>
          <p:nvPr userDrawn="1"/>
        </p:nvSpPr>
        <p:spPr bwMode="black">
          <a:xfrm>
            <a:off x="881891" y="6597840"/>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FFFFFF"/>
                </a:solidFill>
                <a:effectLst/>
                <a:uLnTx/>
                <a:uFillTx/>
                <a:latin typeface="+mn-lt"/>
                <a:ea typeface="+mn-ea"/>
                <a:cs typeface="+mn-cs"/>
              </a:rPr>
              <a:t>© CAL CO.,LTD.</a:t>
            </a:r>
          </a:p>
        </p:txBody>
      </p:sp>
      <p:sp>
        <p:nvSpPr>
          <p:cNvPr id="11" name="Credit">
            <a:extLst>
              <a:ext uri="{FF2B5EF4-FFF2-40B4-BE49-F238E27FC236}">
                <a16:creationId xmlns:a16="http://schemas.microsoft.com/office/drawing/2014/main" id="{B0536FBA-AC0C-4BF2-AEA3-68869E611C70}"/>
              </a:ext>
            </a:extLst>
          </p:cNvPr>
          <p:cNvSpPr txBox="1"/>
          <p:nvPr userDrawn="1"/>
        </p:nvSpPr>
        <p:spPr bwMode="black">
          <a:xfrm>
            <a:off x="5232763" y="6597840"/>
            <a:ext cx="143821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FFFFFF"/>
                </a:solidFill>
                <a:effectLst/>
                <a:uLnTx/>
                <a:uFillTx/>
                <a:latin typeface="+mn-lt"/>
                <a:ea typeface="+mn-ea"/>
                <a:cs typeface="+mn-cs"/>
              </a:rPr>
              <a:t>【 CONFIDENTIAL 】</a:t>
            </a:r>
          </a:p>
        </p:txBody>
      </p:sp>
      <p:pic>
        <p:nvPicPr>
          <p:cNvPr id="4" name="図 3" descr="ロゴ&#10;&#10;自動的に生成された説明">
            <a:extLst>
              <a:ext uri="{FF2B5EF4-FFF2-40B4-BE49-F238E27FC236}">
                <a16:creationId xmlns:a16="http://schemas.microsoft.com/office/drawing/2014/main" id="{D01D08F3-E161-9861-DCD2-0294E46A465D}"/>
              </a:ext>
            </a:extLst>
          </p:cNvPr>
          <p:cNvPicPr>
            <a:picLocks noChangeAspect="1"/>
          </p:cNvPicPr>
          <p:nvPr userDrawn="1"/>
        </p:nvPicPr>
        <p:blipFill>
          <a:blip r:embed="rId10">
            <a:clrChange>
              <a:clrFrom>
                <a:srgbClr val="FFFFFF"/>
              </a:clrFrom>
              <a:clrTo>
                <a:srgbClr val="FFFFFF">
                  <a:alpha val="0"/>
                </a:srgbClr>
              </a:clrTo>
            </a:clrChange>
          </a:blip>
          <a:stretch>
            <a:fillRect/>
          </a:stretch>
        </p:blipFill>
        <p:spPr>
          <a:xfrm>
            <a:off x="11263169" y="6586895"/>
            <a:ext cx="689648" cy="213791"/>
          </a:xfrm>
          <a:prstGeom prst="rect">
            <a:avLst/>
          </a:prstGeom>
        </p:spPr>
      </p:pic>
    </p:spTree>
    <p:extLst>
      <p:ext uri="{BB962C8B-B14F-4D97-AF65-F5344CB8AC3E}">
        <p14:creationId xmlns:p14="http://schemas.microsoft.com/office/powerpoint/2010/main" val="654157217"/>
      </p:ext>
    </p:extLst>
  </p:cSld>
  <p:clrMap bg1="lt1" tx1="dk1" bg2="lt2" tx2="dk2" accent1="accent1" accent2="accent2" accent3="accent3" accent4="accent4" accent5="accent5" accent6="accent6" hlink="hlink" folHlink="folHlink"/>
  <p:sldLayoutIdLst>
    <p:sldLayoutId id="2147483702" r:id="rId1"/>
    <p:sldLayoutId id="2147483681" r:id="rId2"/>
    <p:sldLayoutId id="2147483699" r:id="rId3"/>
    <p:sldLayoutId id="2147483670" r:id="rId4"/>
    <p:sldLayoutId id="2147483672" r:id="rId5"/>
    <p:sldLayoutId id="2147483695" r:id="rId6"/>
    <p:sldLayoutId id="2147483673" r:id="rId7"/>
    <p:sldLayoutId id="2147483693" r:id="rId8"/>
  </p:sldLayoutIdLst>
  <p:hf sldNum="0" hdr="0" ftr="0" dt="0"/>
  <p:txStyles>
    <p:titleStyle>
      <a:lvl1pPr algn="l" rtl="0" eaLnBrk="0" fontAlgn="base" hangingPunct="0">
        <a:spcBef>
          <a:spcPct val="0"/>
        </a:spcBef>
        <a:spcAft>
          <a:spcPct val="0"/>
        </a:spcAft>
        <a:defRPr kumimoji="1" sz="2400" b="1">
          <a:solidFill>
            <a:srgbClr val="404040"/>
          </a:solidFill>
          <a:latin typeface="+mj-lt"/>
          <a:ea typeface="+mj-ea"/>
          <a:cs typeface="+mj-cs"/>
        </a:defRPr>
      </a:lvl1pPr>
      <a:lvl2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5pPr>
      <a:lvl6pPr marL="457200" algn="l" rtl="0" fontAlgn="base">
        <a:spcBef>
          <a:spcPct val="0"/>
        </a:spcBef>
        <a:spcAft>
          <a:spcPct val="0"/>
        </a:spcAft>
        <a:defRPr kumimoji="1" sz="2800">
          <a:solidFill>
            <a:schemeClr val="tx1"/>
          </a:solidFill>
          <a:latin typeface="HGP創英角ｺﾞｼｯｸUB" pitchFamily="50" charset="-128"/>
          <a:ea typeface="ＭＳ Ｐゴシック" charset="-128"/>
        </a:defRPr>
      </a:lvl6pPr>
      <a:lvl7pPr marL="914400" algn="l" rtl="0" fontAlgn="base">
        <a:spcBef>
          <a:spcPct val="0"/>
        </a:spcBef>
        <a:spcAft>
          <a:spcPct val="0"/>
        </a:spcAft>
        <a:defRPr kumimoji="1" sz="2800">
          <a:solidFill>
            <a:schemeClr val="tx1"/>
          </a:solidFill>
          <a:latin typeface="HGP創英角ｺﾞｼｯｸUB" pitchFamily="50" charset="-128"/>
          <a:ea typeface="ＭＳ Ｐゴシック" charset="-128"/>
        </a:defRPr>
      </a:lvl7pPr>
      <a:lvl8pPr marL="1371600" algn="l" rtl="0" fontAlgn="base">
        <a:spcBef>
          <a:spcPct val="0"/>
        </a:spcBef>
        <a:spcAft>
          <a:spcPct val="0"/>
        </a:spcAft>
        <a:defRPr kumimoji="1" sz="2800">
          <a:solidFill>
            <a:schemeClr val="tx1"/>
          </a:solidFill>
          <a:latin typeface="HGP創英角ｺﾞｼｯｸUB" pitchFamily="50" charset="-128"/>
          <a:ea typeface="ＭＳ Ｐゴシック" charset="-128"/>
        </a:defRPr>
      </a:lvl8pPr>
      <a:lvl9pPr marL="1828800" algn="l" rtl="0" fontAlgn="base">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180000" indent="-180000" algn="l" rtl="0" eaLnBrk="1" fontAlgn="base" hangingPunct="0">
        <a:spcBef>
          <a:spcPts val="500"/>
        </a:spcBef>
        <a:spcAft>
          <a:spcPct val="0"/>
        </a:spcAft>
        <a:buClr>
          <a:srgbClr val="404040"/>
        </a:buClr>
        <a:buFont typeface="メイリオ" panose="020B0604030504040204" pitchFamily="50" charset="-128"/>
        <a:buChar char="▍"/>
        <a:defRPr kumimoji="1" sz="2000" b="0">
          <a:solidFill>
            <a:srgbClr val="404040"/>
          </a:solidFill>
          <a:latin typeface="+mn-lt"/>
          <a:ea typeface="+mn-ea"/>
          <a:cs typeface="+mn-cs"/>
        </a:defRPr>
      </a:lvl1pPr>
      <a:lvl2pPr marL="360000" indent="-180000" algn="l" rtl="0" eaLnBrk="1" fontAlgn="base" hangingPunct="0">
        <a:spcBef>
          <a:spcPts val="500"/>
        </a:spcBef>
        <a:spcAft>
          <a:spcPct val="0"/>
        </a:spcAft>
        <a:buClr>
          <a:srgbClr val="404040"/>
        </a:buClr>
        <a:buFont typeface="Wingdings" panose="05000000000000000000" pitchFamily="2" charset="2"/>
        <a:buChar char="l"/>
        <a:defRPr kumimoji="1" sz="1600" b="0">
          <a:solidFill>
            <a:srgbClr val="404040"/>
          </a:solidFill>
          <a:latin typeface="+mn-lt"/>
          <a:ea typeface="+mn-ea"/>
        </a:defRPr>
      </a:lvl2pPr>
      <a:lvl3pPr marL="468000" indent="-108000" algn="l" rtl="0" eaLnBrk="1" fontAlgn="base" hangingPunct="0">
        <a:spcBef>
          <a:spcPts val="500"/>
        </a:spcBef>
        <a:spcAft>
          <a:spcPct val="0"/>
        </a:spcAft>
        <a:buClr>
          <a:srgbClr val="404040"/>
        </a:buClr>
        <a:buFont typeface="Arial" panose="020B0604020202020204" pitchFamily="34" charset="0"/>
        <a:buChar char="•"/>
        <a:defRPr kumimoji="1" sz="1400" b="0">
          <a:solidFill>
            <a:srgbClr val="404040"/>
          </a:solidFill>
          <a:latin typeface="+mn-lt"/>
          <a:ea typeface="+mn-ea"/>
        </a:defRPr>
      </a:lvl3pPr>
      <a:lvl4pPr marL="576000" indent="-108000" algn="l" rtl="0" eaLnBrk="1" fontAlgn="base" hangingPunct="0">
        <a:spcBef>
          <a:spcPts val="500"/>
        </a:spcBef>
        <a:spcAft>
          <a:spcPct val="0"/>
        </a:spcAft>
        <a:buClr>
          <a:srgbClr val="404040"/>
        </a:buClr>
        <a:buFont typeface="Arial Black" panose="020B0A04020102020204" pitchFamily="34" charset="0"/>
        <a:buChar char="-"/>
        <a:defRPr kumimoji="1" sz="1200" b="0">
          <a:solidFill>
            <a:srgbClr val="404040"/>
          </a:solidFill>
          <a:latin typeface="+mn-lt"/>
          <a:ea typeface="+mn-ea"/>
        </a:defRPr>
      </a:lvl4pPr>
      <a:lvl5pPr marL="735013" indent="-157163" algn="l" rtl="0" eaLnBrk="0" fontAlgn="base" hangingPunct="0">
        <a:spcBef>
          <a:spcPct val="20000"/>
        </a:spcBef>
        <a:spcAft>
          <a:spcPct val="0"/>
        </a:spcAft>
        <a:buClr>
          <a:schemeClr val="accent6"/>
        </a:buClr>
        <a:buChar char="≫"/>
        <a:defRPr kumimoji="1" sz="1200" b="1">
          <a:solidFill>
            <a:schemeClr val="tx1"/>
          </a:solidFill>
          <a:latin typeface="+mj-lt"/>
          <a:ea typeface="+mn-ea"/>
        </a:defRPr>
      </a:lvl5pPr>
      <a:lvl6pPr marL="2514600" indent="-228600" algn="l" rtl="0" fontAlgn="base">
        <a:spcBef>
          <a:spcPct val="20000"/>
        </a:spcBef>
        <a:spcAft>
          <a:spcPct val="0"/>
        </a:spcAft>
        <a:buChar char="≫"/>
        <a:defRPr kumimoji="1" sz="2000">
          <a:solidFill>
            <a:schemeClr val="tx1"/>
          </a:solidFill>
          <a:latin typeface="Arial" charset="0"/>
          <a:ea typeface="+mn-ea"/>
        </a:defRPr>
      </a:lvl6pPr>
      <a:lvl7pPr marL="2971800" indent="-228600" algn="l" rtl="0" fontAlgn="base">
        <a:spcBef>
          <a:spcPct val="20000"/>
        </a:spcBef>
        <a:spcAft>
          <a:spcPct val="0"/>
        </a:spcAft>
        <a:buChar char="≫"/>
        <a:defRPr kumimoji="1" sz="2000">
          <a:solidFill>
            <a:schemeClr val="tx1"/>
          </a:solidFill>
          <a:latin typeface="Arial" charset="0"/>
          <a:ea typeface="+mn-ea"/>
        </a:defRPr>
      </a:lvl7pPr>
      <a:lvl8pPr marL="3429000" indent="-228600" algn="l" rtl="0" fontAlgn="base">
        <a:spcBef>
          <a:spcPct val="20000"/>
        </a:spcBef>
        <a:spcAft>
          <a:spcPct val="0"/>
        </a:spcAft>
        <a:buChar char="≫"/>
        <a:defRPr kumimoji="1" sz="2000">
          <a:solidFill>
            <a:schemeClr val="tx1"/>
          </a:solidFill>
          <a:latin typeface="Arial" charset="0"/>
          <a:ea typeface="+mn-ea"/>
        </a:defRPr>
      </a:lvl8pPr>
      <a:lvl9pPr marL="3886200" indent="-228600" algn="l" rtl="0" fontAlgn="base">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9F003CF-5E5D-46C2-B519-5AB33E388973}"/>
              </a:ext>
            </a:extLst>
          </p:cNvPr>
          <p:cNvSpPr/>
          <p:nvPr userDrawn="1"/>
        </p:nvSpPr>
        <p:spPr>
          <a:xfrm>
            <a:off x="0" y="6516210"/>
            <a:ext cx="12192000" cy="350668"/>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solidFill>
                <a:schemeClr val="bg1"/>
              </a:solidFill>
            </a:endParaRPr>
          </a:p>
        </p:txBody>
      </p:sp>
      <p:sp>
        <p:nvSpPr>
          <p:cNvPr id="2" name="タイトル プレースホルダー"/>
          <p:cNvSpPr>
            <a:spLocks noGrp="1"/>
          </p:cNvSpPr>
          <p:nvPr>
            <p:ph type="title"/>
          </p:nvPr>
        </p:nvSpPr>
        <p:spPr bwMode="gray">
          <a:xfrm>
            <a:off x="239184" y="108000"/>
            <a:ext cx="11713633" cy="468000"/>
          </a:xfrm>
          <a:prstGeom prst="rect">
            <a:avLst/>
          </a:prstGeom>
        </p:spPr>
        <p:txBody>
          <a:bodyPr vert="horz" lIns="91440" tIns="36000" rIns="91440" bIns="0" rtlCol="0" anchor="b">
            <a:noAutofit/>
          </a:bodyPr>
          <a:lstStyle/>
          <a:p>
            <a:r>
              <a:rPr kumimoji="1" lang="ja-JP" altLang="en-US"/>
              <a:t>マスター タイトルの書式設定</a:t>
            </a:r>
          </a:p>
        </p:txBody>
      </p:sp>
      <p:sp>
        <p:nvSpPr>
          <p:cNvPr id="3" name="テキスト プレースホルダー"/>
          <p:cNvSpPr>
            <a:spLocks noGrp="1"/>
          </p:cNvSpPr>
          <p:nvPr>
            <p:ph type="body" idx="1"/>
          </p:nvPr>
        </p:nvSpPr>
        <p:spPr bwMode="gray">
          <a:xfrm>
            <a:off x="239183" y="836614"/>
            <a:ext cx="11713635" cy="56165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a:t>
            </a:r>
            <a:r>
              <a:rPr kumimoji="1" lang="en-US" altLang="ja-JP"/>
              <a:t>2</a:t>
            </a:r>
            <a:r>
              <a:rPr kumimoji="1" lang="ja-JP" altLang="en-US"/>
              <a:t>レベル</a:t>
            </a:r>
          </a:p>
          <a:p>
            <a:pPr lvl="2"/>
            <a:r>
              <a:rPr kumimoji="1" lang="ja-JP" altLang="en-US"/>
              <a:t>第</a:t>
            </a:r>
            <a:r>
              <a:rPr kumimoji="1" lang="en-US" altLang="ja-JP"/>
              <a:t>3</a:t>
            </a:r>
            <a:r>
              <a:rPr kumimoji="1" lang="ja-JP" altLang="en-US"/>
              <a:t>レベル</a:t>
            </a:r>
          </a:p>
          <a:p>
            <a:pPr lvl="3"/>
            <a:r>
              <a:rPr kumimoji="1" lang="ja-JP" altLang="en-US"/>
              <a:t>第</a:t>
            </a:r>
            <a:r>
              <a:rPr kumimoji="1" lang="en-US" altLang="ja-JP"/>
              <a:t>4</a:t>
            </a:r>
            <a:r>
              <a:rPr kumimoji="1" lang="ja-JP" altLang="en-US"/>
              <a:t>レベル</a:t>
            </a:r>
          </a:p>
        </p:txBody>
      </p:sp>
      <p:sp>
        <p:nvSpPr>
          <p:cNvPr id="8" name="PageNumber"/>
          <p:cNvSpPr txBox="1"/>
          <p:nvPr userDrawn="1"/>
        </p:nvSpPr>
        <p:spPr bwMode="black">
          <a:xfrm>
            <a:off x="225080" y="6597840"/>
            <a:ext cx="656811" cy="23400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1" i="0" u="none" strike="noStrike" kern="1200" cap="none" spc="0" normalizeH="0" baseline="0" noProof="0" smtClean="0">
                <a:ln>
                  <a:noFill/>
                </a:ln>
                <a:solidFill>
                  <a:srgbClr val="FFFFFF"/>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1" i="0" u="none" strike="noStrike" kern="1200" cap="none" spc="0" normalizeH="0" baseline="0" noProof="0">
              <a:ln>
                <a:noFill/>
              </a:ln>
              <a:solidFill>
                <a:srgbClr val="FFFFFF"/>
              </a:solidFill>
              <a:effectLst/>
              <a:uLnTx/>
              <a:uFillTx/>
              <a:latin typeface="+mn-lt"/>
              <a:ea typeface="+mn-ea"/>
              <a:cs typeface="+mn-cs"/>
            </a:endParaRPr>
          </a:p>
        </p:txBody>
      </p:sp>
      <p:sp>
        <p:nvSpPr>
          <p:cNvPr id="9" name="Credit"/>
          <p:cNvSpPr txBox="1"/>
          <p:nvPr userDrawn="1"/>
        </p:nvSpPr>
        <p:spPr bwMode="black">
          <a:xfrm>
            <a:off x="881891" y="6597840"/>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FFFFFF"/>
                </a:solidFill>
                <a:effectLst/>
                <a:uLnTx/>
                <a:uFillTx/>
                <a:latin typeface="+mn-lt"/>
                <a:ea typeface="+mn-ea"/>
                <a:cs typeface="+mn-cs"/>
              </a:rPr>
              <a:t>© CAL CO.,LTD.</a:t>
            </a:r>
          </a:p>
        </p:txBody>
      </p:sp>
      <p:sp>
        <p:nvSpPr>
          <p:cNvPr id="11" name="Credit">
            <a:extLst>
              <a:ext uri="{FF2B5EF4-FFF2-40B4-BE49-F238E27FC236}">
                <a16:creationId xmlns:a16="http://schemas.microsoft.com/office/drawing/2014/main" id="{B0536FBA-AC0C-4BF2-AEA3-68869E611C70}"/>
              </a:ext>
            </a:extLst>
          </p:cNvPr>
          <p:cNvSpPr txBox="1"/>
          <p:nvPr userDrawn="1"/>
        </p:nvSpPr>
        <p:spPr bwMode="black">
          <a:xfrm>
            <a:off x="4864964" y="6597840"/>
            <a:ext cx="2663301"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FFFFFF"/>
                </a:solidFill>
                <a:effectLst/>
                <a:uLnTx/>
                <a:uFillTx/>
                <a:latin typeface="+mn-lt"/>
                <a:ea typeface="+mn-ea"/>
                <a:cs typeface="+mn-cs"/>
              </a:rPr>
              <a:t>【 </a:t>
            </a:r>
            <a:r>
              <a:rPr kumimoji="1" lang="ja-JP" altLang="en-US" sz="900" b="1" i="0" u="none" strike="noStrike" kern="1200" cap="none" spc="0" normalizeH="0" baseline="0" noProof="0">
                <a:ln>
                  <a:noFill/>
                </a:ln>
                <a:solidFill>
                  <a:srgbClr val="FFFFFF"/>
                </a:solidFill>
                <a:effectLst/>
                <a:uLnTx/>
                <a:uFillTx/>
                <a:latin typeface="+mn-lt"/>
                <a:ea typeface="+mn-ea"/>
                <a:cs typeface="+mn-cs"/>
              </a:rPr>
              <a:t>関係者外秘：</a:t>
            </a:r>
            <a:r>
              <a:rPr kumimoji="1" lang="en-US" altLang="ja-JP" sz="900" b="1" i="0" u="none" strike="noStrike" kern="1200" cap="none" spc="0" normalizeH="0" baseline="0" noProof="0">
                <a:ln>
                  <a:noFill/>
                </a:ln>
                <a:solidFill>
                  <a:srgbClr val="FFFFFF"/>
                </a:solidFill>
                <a:effectLst/>
                <a:uLnTx/>
                <a:uFillTx/>
                <a:latin typeface="+mn-lt"/>
                <a:ea typeface="+mn-ea"/>
                <a:cs typeface="+mn-cs"/>
              </a:rPr>
              <a:t>RESTRICTED 】</a:t>
            </a:r>
          </a:p>
        </p:txBody>
      </p:sp>
      <p:pic>
        <p:nvPicPr>
          <p:cNvPr id="4" name="図 3" descr="ロゴ&#10;&#10;自動的に生成された説明">
            <a:extLst>
              <a:ext uri="{FF2B5EF4-FFF2-40B4-BE49-F238E27FC236}">
                <a16:creationId xmlns:a16="http://schemas.microsoft.com/office/drawing/2014/main" id="{BC24F6ED-6114-0A52-7927-AD7F45B27039}"/>
              </a:ext>
            </a:extLst>
          </p:cNvPr>
          <p:cNvPicPr>
            <a:picLocks noChangeAspect="1"/>
          </p:cNvPicPr>
          <p:nvPr userDrawn="1"/>
        </p:nvPicPr>
        <p:blipFill>
          <a:blip r:embed="rId10">
            <a:clrChange>
              <a:clrFrom>
                <a:srgbClr val="FFFFFF"/>
              </a:clrFrom>
              <a:clrTo>
                <a:srgbClr val="FFFFFF">
                  <a:alpha val="0"/>
                </a:srgbClr>
              </a:clrTo>
            </a:clrChange>
          </a:blip>
          <a:stretch>
            <a:fillRect/>
          </a:stretch>
        </p:blipFill>
        <p:spPr>
          <a:xfrm>
            <a:off x="11263169" y="6586895"/>
            <a:ext cx="689648" cy="213791"/>
          </a:xfrm>
          <a:prstGeom prst="rect">
            <a:avLst/>
          </a:prstGeom>
        </p:spPr>
      </p:pic>
    </p:spTree>
    <p:extLst>
      <p:ext uri="{BB962C8B-B14F-4D97-AF65-F5344CB8AC3E}">
        <p14:creationId xmlns:p14="http://schemas.microsoft.com/office/powerpoint/2010/main" val="368259260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Lst>
  <p:hf sldNum="0" hdr="0" ftr="0" dt="0"/>
  <p:txStyles>
    <p:titleStyle>
      <a:lvl1pPr algn="l" rtl="0" eaLnBrk="0" fontAlgn="base" hangingPunct="0">
        <a:spcBef>
          <a:spcPct val="0"/>
        </a:spcBef>
        <a:spcAft>
          <a:spcPct val="0"/>
        </a:spcAft>
        <a:defRPr kumimoji="1" sz="2400" b="1">
          <a:solidFill>
            <a:srgbClr val="404040"/>
          </a:solidFill>
          <a:latin typeface="+mj-lt"/>
          <a:ea typeface="+mj-ea"/>
          <a:cs typeface="+mj-cs"/>
        </a:defRPr>
      </a:lvl1pPr>
      <a:lvl2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5pPr>
      <a:lvl6pPr marL="457200" algn="l" rtl="0" fontAlgn="base">
        <a:spcBef>
          <a:spcPct val="0"/>
        </a:spcBef>
        <a:spcAft>
          <a:spcPct val="0"/>
        </a:spcAft>
        <a:defRPr kumimoji="1" sz="2800">
          <a:solidFill>
            <a:schemeClr val="tx1"/>
          </a:solidFill>
          <a:latin typeface="HGP創英角ｺﾞｼｯｸUB" pitchFamily="50" charset="-128"/>
          <a:ea typeface="ＭＳ Ｐゴシック" charset="-128"/>
        </a:defRPr>
      </a:lvl6pPr>
      <a:lvl7pPr marL="914400" algn="l" rtl="0" fontAlgn="base">
        <a:spcBef>
          <a:spcPct val="0"/>
        </a:spcBef>
        <a:spcAft>
          <a:spcPct val="0"/>
        </a:spcAft>
        <a:defRPr kumimoji="1" sz="2800">
          <a:solidFill>
            <a:schemeClr val="tx1"/>
          </a:solidFill>
          <a:latin typeface="HGP創英角ｺﾞｼｯｸUB" pitchFamily="50" charset="-128"/>
          <a:ea typeface="ＭＳ Ｐゴシック" charset="-128"/>
        </a:defRPr>
      </a:lvl7pPr>
      <a:lvl8pPr marL="1371600" algn="l" rtl="0" fontAlgn="base">
        <a:spcBef>
          <a:spcPct val="0"/>
        </a:spcBef>
        <a:spcAft>
          <a:spcPct val="0"/>
        </a:spcAft>
        <a:defRPr kumimoji="1" sz="2800">
          <a:solidFill>
            <a:schemeClr val="tx1"/>
          </a:solidFill>
          <a:latin typeface="HGP創英角ｺﾞｼｯｸUB" pitchFamily="50" charset="-128"/>
          <a:ea typeface="ＭＳ Ｐゴシック" charset="-128"/>
        </a:defRPr>
      </a:lvl8pPr>
      <a:lvl9pPr marL="1828800" algn="l" rtl="0" fontAlgn="base">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180000" indent="-180000" algn="l" rtl="0" eaLnBrk="1" fontAlgn="base" hangingPunct="0">
        <a:spcBef>
          <a:spcPts val="500"/>
        </a:spcBef>
        <a:spcAft>
          <a:spcPct val="0"/>
        </a:spcAft>
        <a:buClr>
          <a:srgbClr val="404040"/>
        </a:buClr>
        <a:buFont typeface="メイリオ" panose="020B0604030504040204" pitchFamily="50" charset="-128"/>
        <a:buChar char="▍"/>
        <a:defRPr kumimoji="1" sz="2000" b="0">
          <a:solidFill>
            <a:srgbClr val="404040"/>
          </a:solidFill>
          <a:latin typeface="+mn-lt"/>
          <a:ea typeface="+mn-ea"/>
          <a:cs typeface="+mn-cs"/>
        </a:defRPr>
      </a:lvl1pPr>
      <a:lvl2pPr marL="360000" indent="-180000" algn="l" rtl="0" eaLnBrk="1" fontAlgn="base" hangingPunct="0">
        <a:spcBef>
          <a:spcPts val="500"/>
        </a:spcBef>
        <a:spcAft>
          <a:spcPct val="0"/>
        </a:spcAft>
        <a:buClr>
          <a:srgbClr val="404040"/>
        </a:buClr>
        <a:buFont typeface="Wingdings" panose="05000000000000000000" pitchFamily="2" charset="2"/>
        <a:buChar char="l"/>
        <a:defRPr kumimoji="1" sz="1600" b="0">
          <a:solidFill>
            <a:srgbClr val="404040"/>
          </a:solidFill>
          <a:latin typeface="+mn-lt"/>
          <a:ea typeface="+mn-ea"/>
        </a:defRPr>
      </a:lvl2pPr>
      <a:lvl3pPr marL="468000" indent="-108000" algn="l" rtl="0" eaLnBrk="1" fontAlgn="base" hangingPunct="0">
        <a:spcBef>
          <a:spcPts val="500"/>
        </a:spcBef>
        <a:spcAft>
          <a:spcPct val="0"/>
        </a:spcAft>
        <a:buClr>
          <a:srgbClr val="404040"/>
        </a:buClr>
        <a:buFont typeface="Arial" panose="020B0604020202020204" pitchFamily="34" charset="0"/>
        <a:buChar char="•"/>
        <a:defRPr kumimoji="1" sz="1400" b="0">
          <a:solidFill>
            <a:srgbClr val="404040"/>
          </a:solidFill>
          <a:latin typeface="+mn-lt"/>
          <a:ea typeface="+mn-ea"/>
        </a:defRPr>
      </a:lvl3pPr>
      <a:lvl4pPr marL="576000" indent="-108000" algn="l" rtl="0" eaLnBrk="1" fontAlgn="base" hangingPunct="0">
        <a:spcBef>
          <a:spcPts val="500"/>
        </a:spcBef>
        <a:spcAft>
          <a:spcPct val="0"/>
        </a:spcAft>
        <a:buClr>
          <a:srgbClr val="404040"/>
        </a:buClr>
        <a:buFont typeface="Arial Black" panose="020B0A04020102020204" pitchFamily="34" charset="0"/>
        <a:buChar char="-"/>
        <a:defRPr kumimoji="1" sz="1200" b="0">
          <a:solidFill>
            <a:srgbClr val="404040"/>
          </a:solidFill>
          <a:latin typeface="+mn-lt"/>
          <a:ea typeface="+mn-ea"/>
        </a:defRPr>
      </a:lvl4pPr>
      <a:lvl5pPr marL="735013" indent="-157163" algn="l" rtl="0" eaLnBrk="0" fontAlgn="base" hangingPunct="0">
        <a:spcBef>
          <a:spcPct val="20000"/>
        </a:spcBef>
        <a:spcAft>
          <a:spcPct val="0"/>
        </a:spcAft>
        <a:buClr>
          <a:schemeClr val="accent6"/>
        </a:buClr>
        <a:buChar char="≫"/>
        <a:defRPr kumimoji="1" sz="1200" b="1">
          <a:solidFill>
            <a:schemeClr val="tx1"/>
          </a:solidFill>
          <a:latin typeface="+mj-lt"/>
          <a:ea typeface="+mn-ea"/>
        </a:defRPr>
      </a:lvl5pPr>
      <a:lvl6pPr marL="2514600" indent="-228600" algn="l" rtl="0" fontAlgn="base">
        <a:spcBef>
          <a:spcPct val="20000"/>
        </a:spcBef>
        <a:spcAft>
          <a:spcPct val="0"/>
        </a:spcAft>
        <a:buChar char="≫"/>
        <a:defRPr kumimoji="1" sz="2000">
          <a:solidFill>
            <a:schemeClr val="tx1"/>
          </a:solidFill>
          <a:latin typeface="Arial" charset="0"/>
          <a:ea typeface="+mn-ea"/>
        </a:defRPr>
      </a:lvl6pPr>
      <a:lvl7pPr marL="2971800" indent="-228600" algn="l" rtl="0" fontAlgn="base">
        <a:spcBef>
          <a:spcPct val="20000"/>
        </a:spcBef>
        <a:spcAft>
          <a:spcPct val="0"/>
        </a:spcAft>
        <a:buChar char="≫"/>
        <a:defRPr kumimoji="1" sz="2000">
          <a:solidFill>
            <a:schemeClr val="tx1"/>
          </a:solidFill>
          <a:latin typeface="Arial" charset="0"/>
          <a:ea typeface="+mn-ea"/>
        </a:defRPr>
      </a:lvl7pPr>
      <a:lvl8pPr marL="3429000" indent="-228600" algn="l" rtl="0" fontAlgn="base">
        <a:spcBef>
          <a:spcPct val="20000"/>
        </a:spcBef>
        <a:spcAft>
          <a:spcPct val="0"/>
        </a:spcAft>
        <a:buChar char="≫"/>
        <a:defRPr kumimoji="1" sz="2000">
          <a:solidFill>
            <a:schemeClr val="tx1"/>
          </a:solidFill>
          <a:latin typeface="Arial" charset="0"/>
          <a:ea typeface="+mn-ea"/>
        </a:defRPr>
      </a:lvl8pPr>
      <a:lvl9pPr marL="3886200" indent="-228600" algn="l" rtl="0" fontAlgn="base">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9F003CF-5E5D-46C2-B519-5AB33E388973}"/>
              </a:ext>
            </a:extLst>
          </p:cNvPr>
          <p:cNvSpPr/>
          <p:nvPr userDrawn="1"/>
        </p:nvSpPr>
        <p:spPr>
          <a:xfrm>
            <a:off x="0" y="6516210"/>
            <a:ext cx="12192000" cy="350668"/>
          </a:xfrm>
          <a:prstGeom prst="rect">
            <a:avLst/>
          </a:prstGeom>
          <a:solidFill>
            <a:srgbClr val="E74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solidFill>
                <a:schemeClr val="bg1"/>
              </a:solidFill>
            </a:endParaRPr>
          </a:p>
        </p:txBody>
      </p:sp>
      <p:sp>
        <p:nvSpPr>
          <p:cNvPr id="2" name="タイトル プレースホルダー"/>
          <p:cNvSpPr>
            <a:spLocks noGrp="1"/>
          </p:cNvSpPr>
          <p:nvPr>
            <p:ph type="title"/>
          </p:nvPr>
        </p:nvSpPr>
        <p:spPr bwMode="gray">
          <a:xfrm>
            <a:off x="239184" y="108000"/>
            <a:ext cx="11713633" cy="468000"/>
          </a:xfrm>
          <a:prstGeom prst="rect">
            <a:avLst/>
          </a:prstGeom>
        </p:spPr>
        <p:txBody>
          <a:bodyPr vert="horz" lIns="91440" tIns="36000" rIns="91440" bIns="0" rtlCol="0" anchor="b">
            <a:noAutofit/>
          </a:bodyPr>
          <a:lstStyle/>
          <a:p>
            <a:r>
              <a:rPr kumimoji="1" lang="ja-JP" altLang="en-US"/>
              <a:t>マスター タイトルの書式設定</a:t>
            </a:r>
          </a:p>
        </p:txBody>
      </p:sp>
      <p:sp>
        <p:nvSpPr>
          <p:cNvPr id="3" name="テキスト プレースホルダー"/>
          <p:cNvSpPr>
            <a:spLocks noGrp="1"/>
          </p:cNvSpPr>
          <p:nvPr>
            <p:ph type="body" idx="1"/>
          </p:nvPr>
        </p:nvSpPr>
        <p:spPr bwMode="gray">
          <a:xfrm>
            <a:off x="239183" y="836614"/>
            <a:ext cx="11713635" cy="56165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a:t>
            </a:r>
            <a:r>
              <a:rPr kumimoji="1" lang="en-US" altLang="ja-JP"/>
              <a:t>2</a:t>
            </a:r>
            <a:r>
              <a:rPr kumimoji="1" lang="ja-JP" altLang="en-US"/>
              <a:t>レベル</a:t>
            </a:r>
          </a:p>
          <a:p>
            <a:pPr lvl="2"/>
            <a:r>
              <a:rPr kumimoji="1" lang="ja-JP" altLang="en-US"/>
              <a:t>第</a:t>
            </a:r>
            <a:r>
              <a:rPr kumimoji="1" lang="en-US" altLang="ja-JP"/>
              <a:t>3</a:t>
            </a:r>
            <a:r>
              <a:rPr kumimoji="1" lang="ja-JP" altLang="en-US"/>
              <a:t>レベル</a:t>
            </a:r>
          </a:p>
          <a:p>
            <a:pPr lvl="3"/>
            <a:r>
              <a:rPr kumimoji="1" lang="ja-JP" altLang="en-US"/>
              <a:t>第</a:t>
            </a:r>
            <a:r>
              <a:rPr kumimoji="1" lang="en-US" altLang="ja-JP"/>
              <a:t>4</a:t>
            </a:r>
            <a:r>
              <a:rPr kumimoji="1" lang="ja-JP" altLang="en-US"/>
              <a:t>レベル</a:t>
            </a:r>
          </a:p>
        </p:txBody>
      </p:sp>
      <p:sp>
        <p:nvSpPr>
          <p:cNvPr id="8" name="PageNumber"/>
          <p:cNvSpPr txBox="1"/>
          <p:nvPr userDrawn="1"/>
        </p:nvSpPr>
        <p:spPr bwMode="black">
          <a:xfrm>
            <a:off x="225080" y="6597840"/>
            <a:ext cx="656811" cy="23400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1" i="0" u="none" strike="noStrike" kern="1200" cap="none" spc="0" normalizeH="0" baseline="0" noProof="0" smtClean="0">
                <a:ln>
                  <a:noFill/>
                </a:ln>
                <a:solidFill>
                  <a:srgbClr val="FFFFFF"/>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1" i="0" u="none" strike="noStrike" kern="1200" cap="none" spc="0" normalizeH="0" baseline="0" noProof="0">
              <a:ln>
                <a:noFill/>
              </a:ln>
              <a:solidFill>
                <a:srgbClr val="FFFFFF"/>
              </a:solidFill>
              <a:effectLst/>
              <a:uLnTx/>
              <a:uFillTx/>
              <a:latin typeface="+mn-lt"/>
              <a:ea typeface="+mn-ea"/>
              <a:cs typeface="+mn-cs"/>
            </a:endParaRPr>
          </a:p>
        </p:txBody>
      </p:sp>
      <p:sp>
        <p:nvSpPr>
          <p:cNvPr id="9" name="Credit"/>
          <p:cNvSpPr txBox="1"/>
          <p:nvPr userDrawn="1"/>
        </p:nvSpPr>
        <p:spPr bwMode="black">
          <a:xfrm>
            <a:off x="881891" y="6597840"/>
            <a:ext cx="110639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FFFFFF"/>
                </a:solidFill>
                <a:effectLst/>
                <a:uLnTx/>
                <a:uFillTx/>
                <a:latin typeface="+mn-lt"/>
                <a:ea typeface="+mn-ea"/>
                <a:cs typeface="+mn-cs"/>
              </a:rPr>
              <a:t>© CAL CO.,LTD.</a:t>
            </a:r>
          </a:p>
        </p:txBody>
      </p:sp>
      <p:sp>
        <p:nvSpPr>
          <p:cNvPr id="12" name="Credit">
            <a:extLst>
              <a:ext uri="{FF2B5EF4-FFF2-40B4-BE49-F238E27FC236}">
                <a16:creationId xmlns:a16="http://schemas.microsoft.com/office/drawing/2014/main" id="{7A7765ED-BF5F-425A-8D2D-58090FCBDEEE}"/>
              </a:ext>
            </a:extLst>
          </p:cNvPr>
          <p:cNvSpPr txBox="1"/>
          <p:nvPr userDrawn="1"/>
        </p:nvSpPr>
        <p:spPr bwMode="black">
          <a:xfrm>
            <a:off x="3645642" y="6597840"/>
            <a:ext cx="4960471"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FFFFFF"/>
                </a:solidFill>
                <a:effectLst/>
                <a:uLnTx/>
                <a:uFillTx/>
                <a:latin typeface="+mn-lt"/>
                <a:ea typeface="+mn-ea"/>
                <a:cs typeface="+mn-cs"/>
              </a:rPr>
              <a:t>【 CAL Internal Use Only 】</a:t>
            </a:r>
          </a:p>
        </p:txBody>
      </p:sp>
      <p:pic>
        <p:nvPicPr>
          <p:cNvPr id="4" name="図 3" descr="ロゴ&#10;&#10;自動的に生成された説明">
            <a:extLst>
              <a:ext uri="{FF2B5EF4-FFF2-40B4-BE49-F238E27FC236}">
                <a16:creationId xmlns:a16="http://schemas.microsoft.com/office/drawing/2014/main" id="{4A8E380B-C23A-7BA4-4FF7-D94FD6008A16}"/>
              </a:ext>
            </a:extLst>
          </p:cNvPr>
          <p:cNvPicPr>
            <a:picLocks noChangeAspect="1"/>
          </p:cNvPicPr>
          <p:nvPr userDrawn="1"/>
        </p:nvPicPr>
        <p:blipFill>
          <a:blip r:embed="rId10">
            <a:clrChange>
              <a:clrFrom>
                <a:srgbClr val="FFFFFF"/>
              </a:clrFrom>
              <a:clrTo>
                <a:srgbClr val="FFFFFF">
                  <a:alpha val="0"/>
                </a:srgbClr>
              </a:clrTo>
            </a:clrChange>
          </a:blip>
          <a:stretch>
            <a:fillRect/>
          </a:stretch>
        </p:blipFill>
        <p:spPr>
          <a:xfrm>
            <a:off x="11263169" y="6586895"/>
            <a:ext cx="689648" cy="213791"/>
          </a:xfrm>
          <a:prstGeom prst="rect">
            <a:avLst/>
          </a:prstGeom>
        </p:spPr>
      </p:pic>
    </p:spTree>
    <p:extLst>
      <p:ext uri="{BB962C8B-B14F-4D97-AF65-F5344CB8AC3E}">
        <p14:creationId xmlns:p14="http://schemas.microsoft.com/office/powerpoint/2010/main" val="402926813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Lst>
  <p:hf sldNum="0" hdr="0" ftr="0" dt="0"/>
  <p:txStyles>
    <p:titleStyle>
      <a:lvl1pPr algn="l" rtl="0" eaLnBrk="0" fontAlgn="base" hangingPunct="0">
        <a:spcBef>
          <a:spcPct val="0"/>
        </a:spcBef>
        <a:spcAft>
          <a:spcPct val="0"/>
        </a:spcAft>
        <a:defRPr kumimoji="1" sz="2400" b="1">
          <a:solidFill>
            <a:srgbClr val="404040"/>
          </a:solidFill>
          <a:latin typeface="+mj-lt"/>
          <a:ea typeface="+mj-ea"/>
          <a:cs typeface="+mj-cs"/>
        </a:defRPr>
      </a:lvl1pPr>
      <a:lvl2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5pPr>
      <a:lvl6pPr marL="457200" algn="l" rtl="0" fontAlgn="base">
        <a:spcBef>
          <a:spcPct val="0"/>
        </a:spcBef>
        <a:spcAft>
          <a:spcPct val="0"/>
        </a:spcAft>
        <a:defRPr kumimoji="1" sz="2800">
          <a:solidFill>
            <a:schemeClr val="tx1"/>
          </a:solidFill>
          <a:latin typeface="HGP創英角ｺﾞｼｯｸUB" pitchFamily="50" charset="-128"/>
          <a:ea typeface="ＭＳ Ｐゴシック" charset="-128"/>
        </a:defRPr>
      </a:lvl6pPr>
      <a:lvl7pPr marL="914400" algn="l" rtl="0" fontAlgn="base">
        <a:spcBef>
          <a:spcPct val="0"/>
        </a:spcBef>
        <a:spcAft>
          <a:spcPct val="0"/>
        </a:spcAft>
        <a:defRPr kumimoji="1" sz="2800">
          <a:solidFill>
            <a:schemeClr val="tx1"/>
          </a:solidFill>
          <a:latin typeface="HGP創英角ｺﾞｼｯｸUB" pitchFamily="50" charset="-128"/>
          <a:ea typeface="ＭＳ Ｐゴシック" charset="-128"/>
        </a:defRPr>
      </a:lvl7pPr>
      <a:lvl8pPr marL="1371600" algn="l" rtl="0" fontAlgn="base">
        <a:spcBef>
          <a:spcPct val="0"/>
        </a:spcBef>
        <a:spcAft>
          <a:spcPct val="0"/>
        </a:spcAft>
        <a:defRPr kumimoji="1" sz="2800">
          <a:solidFill>
            <a:schemeClr val="tx1"/>
          </a:solidFill>
          <a:latin typeface="HGP創英角ｺﾞｼｯｸUB" pitchFamily="50" charset="-128"/>
          <a:ea typeface="ＭＳ Ｐゴシック" charset="-128"/>
        </a:defRPr>
      </a:lvl8pPr>
      <a:lvl9pPr marL="1828800" algn="l" rtl="0" fontAlgn="base">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180000" indent="-180000" algn="l" rtl="0" eaLnBrk="1" fontAlgn="base" hangingPunct="0">
        <a:spcBef>
          <a:spcPts val="500"/>
        </a:spcBef>
        <a:spcAft>
          <a:spcPct val="0"/>
        </a:spcAft>
        <a:buClr>
          <a:srgbClr val="404040"/>
        </a:buClr>
        <a:buFont typeface="メイリオ" panose="020B0604030504040204" pitchFamily="50" charset="-128"/>
        <a:buChar char="▍"/>
        <a:defRPr kumimoji="1" sz="2000" b="0">
          <a:solidFill>
            <a:srgbClr val="404040"/>
          </a:solidFill>
          <a:latin typeface="+mn-lt"/>
          <a:ea typeface="+mn-ea"/>
          <a:cs typeface="+mn-cs"/>
        </a:defRPr>
      </a:lvl1pPr>
      <a:lvl2pPr marL="360000" indent="-180000" algn="l" rtl="0" eaLnBrk="1" fontAlgn="base" hangingPunct="0">
        <a:spcBef>
          <a:spcPts val="500"/>
        </a:spcBef>
        <a:spcAft>
          <a:spcPct val="0"/>
        </a:spcAft>
        <a:buClr>
          <a:srgbClr val="404040"/>
        </a:buClr>
        <a:buFont typeface="Wingdings" panose="05000000000000000000" pitchFamily="2" charset="2"/>
        <a:buChar char="l"/>
        <a:defRPr kumimoji="1" sz="1600" b="0">
          <a:solidFill>
            <a:srgbClr val="404040"/>
          </a:solidFill>
          <a:latin typeface="+mn-lt"/>
          <a:ea typeface="+mn-ea"/>
        </a:defRPr>
      </a:lvl2pPr>
      <a:lvl3pPr marL="468000" indent="-108000" algn="l" rtl="0" eaLnBrk="1" fontAlgn="base" hangingPunct="0">
        <a:spcBef>
          <a:spcPts val="500"/>
        </a:spcBef>
        <a:spcAft>
          <a:spcPct val="0"/>
        </a:spcAft>
        <a:buClr>
          <a:srgbClr val="404040"/>
        </a:buClr>
        <a:buFont typeface="Arial" panose="020B0604020202020204" pitchFamily="34" charset="0"/>
        <a:buChar char="•"/>
        <a:defRPr kumimoji="1" sz="1400" b="0">
          <a:solidFill>
            <a:srgbClr val="404040"/>
          </a:solidFill>
          <a:latin typeface="+mn-lt"/>
          <a:ea typeface="+mn-ea"/>
        </a:defRPr>
      </a:lvl3pPr>
      <a:lvl4pPr marL="576000" indent="-108000" algn="l" rtl="0" eaLnBrk="1" fontAlgn="base" hangingPunct="0">
        <a:spcBef>
          <a:spcPts val="500"/>
        </a:spcBef>
        <a:spcAft>
          <a:spcPct val="0"/>
        </a:spcAft>
        <a:buClr>
          <a:srgbClr val="404040"/>
        </a:buClr>
        <a:buFont typeface="Arial Black" panose="020B0A04020102020204" pitchFamily="34" charset="0"/>
        <a:buChar char="-"/>
        <a:defRPr kumimoji="1" sz="1200" b="0">
          <a:solidFill>
            <a:srgbClr val="404040"/>
          </a:solidFill>
          <a:latin typeface="+mn-lt"/>
          <a:ea typeface="+mn-ea"/>
        </a:defRPr>
      </a:lvl4pPr>
      <a:lvl5pPr marL="735013" indent="-157163" algn="l" rtl="0" eaLnBrk="0" fontAlgn="base" hangingPunct="0">
        <a:spcBef>
          <a:spcPct val="20000"/>
        </a:spcBef>
        <a:spcAft>
          <a:spcPct val="0"/>
        </a:spcAft>
        <a:buClr>
          <a:schemeClr val="accent6"/>
        </a:buClr>
        <a:buChar char="≫"/>
        <a:defRPr kumimoji="1" sz="1200" b="1">
          <a:solidFill>
            <a:schemeClr val="tx1"/>
          </a:solidFill>
          <a:latin typeface="+mj-lt"/>
          <a:ea typeface="+mn-ea"/>
        </a:defRPr>
      </a:lvl5pPr>
      <a:lvl6pPr marL="2514600" indent="-228600" algn="l" rtl="0" fontAlgn="base">
        <a:spcBef>
          <a:spcPct val="20000"/>
        </a:spcBef>
        <a:spcAft>
          <a:spcPct val="0"/>
        </a:spcAft>
        <a:buChar char="≫"/>
        <a:defRPr kumimoji="1" sz="2000">
          <a:solidFill>
            <a:schemeClr val="tx1"/>
          </a:solidFill>
          <a:latin typeface="Arial" charset="0"/>
          <a:ea typeface="+mn-ea"/>
        </a:defRPr>
      </a:lvl6pPr>
      <a:lvl7pPr marL="2971800" indent="-228600" algn="l" rtl="0" fontAlgn="base">
        <a:spcBef>
          <a:spcPct val="20000"/>
        </a:spcBef>
        <a:spcAft>
          <a:spcPct val="0"/>
        </a:spcAft>
        <a:buChar char="≫"/>
        <a:defRPr kumimoji="1" sz="2000">
          <a:solidFill>
            <a:schemeClr val="tx1"/>
          </a:solidFill>
          <a:latin typeface="Arial" charset="0"/>
          <a:ea typeface="+mn-ea"/>
        </a:defRPr>
      </a:lvl7pPr>
      <a:lvl8pPr marL="3429000" indent="-228600" algn="l" rtl="0" fontAlgn="base">
        <a:spcBef>
          <a:spcPct val="20000"/>
        </a:spcBef>
        <a:spcAft>
          <a:spcPct val="0"/>
        </a:spcAft>
        <a:buChar char="≫"/>
        <a:defRPr kumimoji="1" sz="2000">
          <a:solidFill>
            <a:schemeClr val="tx1"/>
          </a:solidFill>
          <a:latin typeface="Arial" charset="0"/>
          <a:ea typeface="+mn-ea"/>
        </a:defRPr>
      </a:lvl8pPr>
      <a:lvl9pPr marL="3886200" indent="-228600" algn="l" rtl="0" fontAlgn="base">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004D1E-76CC-E7C4-EE9C-808AD5DA3AED}"/>
              </a:ext>
            </a:extLst>
          </p:cNvPr>
          <p:cNvSpPr>
            <a:spLocks noGrp="1"/>
          </p:cNvSpPr>
          <p:nvPr>
            <p:ph type="title"/>
          </p:nvPr>
        </p:nvSpPr>
        <p:spPr/>
        <p:txBody>
          <a:bodyPr/>
          <a:lstStyle/>
          <a:p>
            <a:r>
              <a:rPr lang="ja-JP" altLang="en-US" dirty="0"/>
              <a:t>「不安から自走へ」</a:t>
            </a:r>
            <a:r>
              <a:rPr lang="en-US" altLang="ja-JP" dirty="0"/>
              <a:t>― </a:t>
            </a:r>
            <a:r>
              <a:rPr lang="ja-JP" altLang="en-US" dirty="0"/>
              <a:t>メモと自己管理で変えた働き方</a:t>
            </a:r>
            <a:endParaRPr kumimoji="1" lang="ja-JP" altLang="en-US" dirty="0"/>
          </a:p>
        </p:txBody>
      </p:sp>
      <p:sp>
        <p:nvSpPr>
          <p:cNvPr id="3" name="テキスト プレースホルダー 2">
            <a:extLst>
              <a:ext uri="{FF2B5EF4-FFF2-40B4-BE49-F238E27FC236}">
                <a16:creationId xmlns:a16="http://schemas.microsoft.com/office/drawing/2014/main" id="{7FC8E55F-FCDC-F6AF-EFC1-CB2FA83C4582}"/>
              </a:ext>
            </a:extLst>
          </p:cNvPr>
          <p:cNvSpPr>
            <a:spLocks noGrp="1"/>
          </p:cNvSpPr>
          <p:nvPr>
            <p:ph type="body" sz="quarter" idx="11"/>
          </p:nvPr>
        </p:nvSpPr>
        <p:spPr/>
        <p:txBody>
          <a:bodyPr/>
          <a:lstStyle/>
          <a:p>
            <a:endParaRPr kumimoji="1" lang="ja-JP" altLang="en-US" dirty="0"/>
          </a:p>
        </p:txBody>
      </p:sp>
      <p:sp>
        <p:nvSpPr>
          <p:cNvPr id="4" name="テキスト プレースホルダー 3">
            <a:extLst>
              <a:ext uri="{FF2B5EF4-FFF2-40B4-BE49-F238E27FC236}">
                <a16:creationId xmlns:a16="http://schemas.microsoft.com/office/drawing/2014/main" id="{60C67C28-5B41-AA6E-D051-E9C051AA81A8}"/>
              </a:ext>
            </a:extLst>
          </p:cNvPr>
          <p:cNvSpPr>
            <a:spLocks noGrp="1"/>
          </p:cNvSpPr>
          <p:nvPr>
            <p:ph type="body" sz="quarter" idx="10"/>
          </p:nvPr>
        </p:nvSpPr>
        <p:spPr/>
        <p:txBody>
          <a:bodyPr/>
          <a:lstStyle/>
          <a:p>
            <a:r>
              <a:rPr kumimoji="1" lang="ja-JP" altLang="en-US" b="1" dirty="0"/>
              <a:t>秋葉原ソリューション事業部　アルバレズ　ホイヤー</a:t>
            </a:r>
          </a:p>
        </p:txBody>
      </p:sp>
      <p:sp>
        <p:nvSpPr>
          <p:cNvPr id="5" name="テキスト プレースホルダー 4">
            <a:extLst>
              <a:ext uri="{FF2B5EF4-FFF2-40B4-BE49-F238E27FC236}">
                <a16:creationId xmlns:a16="http://schemas.microsoft.com/office/drawing/2014/main" id="{E4CCCDAA-B845-FF9C-DDAF-5003C68A9861}"/>
              </a:ext>
            </a:extLst>
          </p:cNvPr>
          <p:cNvSpPr>
            <a:spLocks noGrp="1"/>
          </p:cNvSpPr>
          <p:nvPr>
            <p:ph type="body" sz="quarter" idx="12"/>
          </p:nvPr>
        </p:nvSpPr>
        <p:spPr/>
        <p:txBody>
          <a:bodyPr/>
          <a:lstStyle/>
          <a:p>
            <a:r>
              <a:rPr kumimoji="1" lang="en-US" altLang="ja-JP" dirty="0"/>
              <a:t>2026</a:t>
            </a:r>
            <a:r>
              <a:rPr kumimoji="1" lang="ja-JP" altLang="en-US" dirty="0"/>
              <a:t>年</a:t>
            </a:r>
            <a:r>
              <a:rPr lang="en-US" altLang="ja-JP" dirty="0"/>
              <a:t>2</a:t>
            </a:r>
            <a:r>
              <a:rPr kumimoji="1" lang="ja-JP" altLang="en-US" dirty="0"/>
              <a:t>月</a:t>
            </a:r>
          </a:p>
        </p:txBody>
      </p:sp>
    </p:spTree>
    <p:extLst>
      <p:ext uri="{BB962C8B-B14F-4D97-AF65-F5344CB8AC3E}">
        <p14:creationId xmlns:p14="http://schemas.microsoft.com/office/powerpoint/2010/main" val="12048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7387CE9-79DA-ED92-B8A8-AFC66D84DED3}"/>
              </a:ext>
            </a:extLst>
          </p:cNvPr>
          <p:cNvSpPr>
            <a:spLocks noGrp="1"/>
          </p:cNvSpPr>
          <p:nvPr>
            <p:ph sz="quarter" idx="10"/>
          </p:nvPr>
        </p:nvSpPr>
        <p:spPr/>
        <p:txBody>
          <a:bodyPr/>
          <a:lstStyle/>
          <a:p>
            <a:pPr>
              <a:lnSpc>
                <a:spcPct val="150000"/>
              </a:lnSpc>
            </a:pPr>
            <a:r>
              <a:rPr kumimoji="1" lang="ja-JP" altLang="en-US" b="1" dirty="0"/>
              <a:t>技術的不安</a:t>
            </a:r>
            <a:endParaRPr lang="en-US" altLang="ja-JP" b="1" dirty="0"/>
          </a:p>
          <a:p>
            <a:pPr marL="0" indent="0">
              <a:lnSpc>
                <a:spcPct val="150000"/>
              </a:lnSpc>
              <a:buNone/>
            </a:pPr>
            <a:r>
              <a:rPr kumimoji="1" lang="ja-JP" altLang="en-US" b="1" dirty="0"/>
              <a:t>　ソリューション事業部ではどういた技術スタックを取り扱っているか</a:t>
            </a:r>
            <a:endParaRPr kumimoji="1" lang="en-US" altLang="ja-JP" b="1" dirty="0"/>
          </a:p>
          <a:p>
            <a:pPr marL="0" indent="0">
              <a:lnSpc>
                <a:spcPct val="150000"/>
              </a:lnSpc>
              <a:buNone/>
            </a:pPr>
            <a:r>
              <a:rPr kumimoji="1" lang="ja-JP" altLang="en-US" b="1" dirty="0"/>
              <a:t>　知らない技術スタックについていけるかどうか</a:t>
            </a:r>
            <a:endParaRPr kumimoji="1" lang="en-US" altLang="ja-JP" b="1" dirty="0"/>
          </a:p>
          <a:p>
            <a:pPr marL="0" indent="0">
              <a:lnSpc>
                <a:spcPct val="150000"/>
              </a:lnSpc>
              <a:buNone/>
            </a:pPr>
            <a:r>
              <a:rPr lang="ja-JP" altLang="en-US" b="1" dirty="0"/>
              <a:t>　これまで学習したことで貢献できるか</a:t>
            </a:r>
            <a:endParaRPr kumimoji="1" lang="en-US" altLang="ja-JP" b="1" dirty="0"/>
          </a:p>
          <a:p>
            <a:pPr marL="0" indent="0">
              <a:buNone/>
            </a:pPr>
            <a:endParaRPr lang="en-US" altLang="ja-JP" b="1" dirty="0"/>
          </a:p>
          <a:p>
            <a:pPr marL="0" indent="0">
              <a:buNone/>
            </a:pPr>
            <a:r>
              <a:rPr kumimoji="1" lang="ja-JP" altLang="en-US" b="1" dirty="0"/>
              <a:t>　</a:t>
            </a:r>
            <a:endParaRPr kumimoji="1" lang="en-US" altLang="ja-JP" b="1" dirty="0"/>
          </a:p>
          <a:p>
            <a:endParaRPr lang="en-US" altLang="ja-JP" b="1" dirty="0"/>
          </a:p>
          <a:p>
            <a:endParaRPr kumimoji="1" lang="ja-JP" altLang="en-US" b="1" dirty="0"/>
          </a:p>
        </p:txBody>
      </p:sp>
      <p:sp>
        <p:nvSpPr>
          <p:cNvPr id="5" name="タイトル 4">
            <a:extLst>
              <a:ext uri="{FF2B5EF4-FFF2-40B4-BE49-F238E27FC236}">
                <a16:creationId xmlns:a16="http://schemas.microsoft.com/office/drawing/2014/main" id="{F27A50D5-613B-5134-ECED-4D964C5C60AB}"/>
              </a:ext>
            </a:extLst>
          </p:cNvPr>
          <p:cNvSpPr>
            <a:spLocks noGrp="1"/>
          </p:cNvSpPr>
          <p:nvPr>
            <p:ph type="title"/>
          </p:nvPr>
        </p:nvSpPr>
        <p:spPr/>
        <p:txBody>
          <a:bodyPr>
            <a:normAutofit/>
          </a:bodyPr>
          <a:lstStyle/>
          <a:p>
            <a:r>
              <a:rPr lang="ja-JP" altLang="en-US" dirty="0"/>
              <a:t>入社後～</a:t>
            </a:r>
            <a:r>
              <a:rPr lang="en-US" altLang="ja-JP" dirty="0"/>
              <a:t>3</a:t>
            </a:r>
            <a:r>
              <a:rPr lang="ja-JP" altLang="en-US" dirty="0"/>
              <a:t>ヵ月の不安</a:t>
            </a:r>
          </a:p>
        </p:txBody>
      </p:sp>
      <p:sp>
        <p:nvSpPr>
          <p:cNvPr id="6" name="吹き出し: 円形 5">
            <a:extLst>
              <a:ext uri="{FF2B5EF4-FFF2-40B4-BE49-F238E27FC236}">
                <a16:creationId xmlns:a16="http://schemas.microsoft.com/office/drawing/2014/main" id="{45C1F3A9-C798-47D2-3ADE-2A302A3ADEBC}"/>
              </a:ext>
            </a:extLst>
          </p:cNvPr>
          <p:cNvSpPr/>
          <p:nvPr/>
        </p:nvSpPr>
        <p:spPr bwMode="auto">
          <a:xfrm>
            <a:off x="1395553" y="3114140"/>
            <a:ext cx="3616960" cy="1473688"/>
          </a:xfrm>
          <a:prstGeom prst="wedgeEllipseCallout">
            <a:avLst>
              <a:gd name="adj1" fmla="val 13718"/>
              <a:gd name="adj2" fmla="val 77667"/>
            </a:avLst>
          </a:prstGeom>
          <a:solidFill>
            <a:schemeClr val="bg1">
              <a:lumMod val="85000"/>
            </a:schemeClr>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2000" b="1" dirty="0">
                <a:latin typeface="+mj-ea"/>
                <a:ea typeface="+mj-ea"/>
              </a:rPr>
              <a:t>未知への不安</a:t>
            </a:r>
          </a:p>
        </p:txBody>
      </p:sp>
      <p:sp>
        <p:nvSpPr>
          <p:cNvPr id="7" name="吹き出し: 円形 6">
            <a:extLst>
              <a:ext uri="{FF2B5EF4-FFF2-40B4-BE49-F238E27FC236}">
                <a16:creationId xmlns:a16="http://schemas.microsoft.com/office/drawing/2014/main" id="{4A428E9E-7224-FAFD-0F80-F1D94D00CF9A}"/>
              </a:ext>
            </a:extLst>
          </p:cNvPr>
          <p:cNvSpPr/>
          <p:nvPr/>
        </p:nvSpPr>
        <p:spPr bwMode="auto">
          <a:xfrm>
            <a:off x="7179487" y="2908106"/>
            <a:ext cx="3616960" cy="1473688"/>
          </a:xfrm>
          <a:prstGeom prst="wedgeEllipseCallout">
            <a:avLst>
              <a:gd name="adj1" fmla="val -31788"/>
              <a:gd name="adj2" fmla="val 69394"/>
            </a:avLst>
          </a:prstGeom>
          <a:solidFill>
            <a:schemeClr val="bg1">
              <a:lumMod val="85000"/>
            </a:schemeClr>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a:latin typeface="+mj-ea"/>
                <a:ea typeface="+mj-ea"/>
              </a:rPr>
              <a:t>技術力</a:t>
            </a:r>
            <a:r>
              <a:rPr kumimoji="1" lang="ja-JP" altLang="en-US" sz="2000" b="1" dirty="0">
                <a:latin typeface="+mj-ea"/>
                <a:ea typeface="+mj-ea"/>
              </a:rPr>
              <a:t>への不安</a:t>
            </a:r>
          </a:p>
        </p:txBody>
      </p:sp>
    </p:spTree>
    <p:extLst>
      <p:ext uri="{BB962C8B-B14F-4D97-AF65-F5344CB8AC3E}">
        <p14:creationId xmlns:p14="http://schemas.microsoft.com/office/powerpoint/2010/main" val="773978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679366-DE03-F81B-15B4-EB96E20510FF}"/>
              </a:ext>
            </a:extLst>
          </p:cNvPr>
          <p:cNvSpPr>
            <a:spLocks noGrp="1"/>
          </p:cNvSpPr>
          <p:nvPr>
            <p:ph type="title"/>
          </p:nvPr>
        </p:nvSpPr>
        <p:spPr/>
        <p:txBody>
          <a:bodyPr/>
          <a:lstStyle/>
          <a:p>
            <a:r>
              <a:rPr kumimoji="1" lang="ja-JP" altLang="en-US" dirty="0"/>
              <a:t>不安を持ったまま初めて参加した研修</a:t>
            </a:r>
          </a:p>
        </p:txBody>
      </p:sp>
      <p:sp>
        <p:nvSpPr>
          <p:cNvPr id="3" name="テキスト ボックス 2">
            <a:extLst>
              <a:ext uri="{FF2B5EF4-FFF2-40B4-BE49-F238E27FC236}">
                <a16:creationId xmlns:a16="http://schemas.microsoft.com/office/drawing/2014/main" id="{68D7E389-C5DB-ED8F-20A6-9AE8A675567D}"/>
              </a:ext>
            </a:extLst>
          </p:cNvPr>
          <p:cNvSpPr txBox="1"/>
          <p:nvPr/>
        </p:nvSpPr>
        <p:spPr>
          <a:xfrm>
            <a:off x="5199693" y="3007464"/>
            <a:ext cx="1551966" cy="707886"/>
          </a:xfrm>
          <a:prstGeom prst="rect">
            <a:avLst/>
          </a:prstGeom>
          <a:noFill/>
        </p:spPr>
        <p:txBody>
          <a:bodyPr wrap="square" rtlCol="0">
            <a:spAutoFit/>
          </a:bodyPr>
          <a:lstStyle/>
          <a:p>
            <a:r>
              <a:rPr kumimoji="1" lang="ja-JP" altLang="en-US" sz="4000" dirty="0"/>
              <a:t>写経</a:t>
            </a:r>
            <a:endParaRPr kumimoji="1" lang="ja-JP" altLang="en-US" dirty="0"/>
          </a:p>
        </p:txBody>
      </p:sp>
    </p:spTree>
    <p:extLst>
      <p:ext uri="{BB962C8B-B14F-4D97-AF65-F5344CB8AC3E}">
        <p14:creationId xmlns:p14="http://schemas.microsoft.com/office/powerpoint/2010/main" val="1734018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1F511-7CF1-F4B6-9B10-496D1171C0BA}"/>
              </a:ext>
            </a:extLst>
          </p:cNvPr>
          <p:cNvSpPr>
            <a:spLocks noGrp="1"/>
          </p:cNvSpPr>
          <p:nvPr>
            <p:ph type="title"/>
          </p:nvPr>
        </p:nvSpPr>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BC36EE74-D70E-75DA-9C0E-23E153813366}"/>
              </a:ext>
            </a:extLst>
          </p:cNvPr>
          <p:cNvSpPr>
            <a:spLocks noGrp="1"/>
          </p:cNvSpPr>
          <p:nvPr>
            <p:ph sz="quarter" idx="10"/>
          </p:nvPr>
        </p:nvSpPr>
        <p:spPr/>
        <p:txBody>
          <a:bodyPr/>
          <a:lstStyle/>
          <a:p>
            <a:r>
              <a:rPr lang="en-US" altLang="ja-JP" dirty="0"/>
              <a:t>HTML/CSS</a:t>
            </a:r>
            <a:r>
              <a:rPr lang="ja-JP" altLang="en-US" dirty="0"/>
              <a:t>のソースコード写経</a:t>
            </a:r>
            <a:endParaRPr lang="en-US" altLang="ja-JP" dirty="0"/>
          </a:p>
          <a:p>
            <a:endParaRPr kumimoji="1" lang="en-US" altLang="ja-JP" dirty="0"/>
          </a:p>
          <a:p>
            <a:pPr marL="0" indent="0">
              <a:buNone/>
            </a:pPr>
            <a:r>
              <a:rPr kumimoji="1" lang="ja-JP" altLang="en-US" dirty="0"/>
              <a:t>⇒　技術本のソースコードを写経　＋　</a:t>
            </a:r>
            <a:r>
              <a:rPr kumimoji="1" lang="en-US" altLang="ja-JP" dirty="0"/>
              <a:t>WBS</a:t>
            </a:r>
            <a:r>
              <a:rPr kumimoji="1" lang="ja-JP" altLang="en-US" dirty="0"/>
              <a:t>での作業日数の管理　＋　進捗率の管理　</a:t>
            </a:r>
            <a:endParaRPr kumimoji="1" lang="en-US" altLang="ja-JP" dirty="0"/>
          </a:p>
          <a:p>
            <a:pPr marL="0" indent="0">
              <a:buNone/>
            </a:pPr>
            <a:r>
              <a:rPr kumimoji="1" lang="ja-JP" altLang="en-US" dirty="0"/>
              <a:t>＋　学んだことやわからなかったことのメモ</a:t>
            </a:r>
            <a:endParaRPr kumimoji="1" lang="en-US" altLang="ja-JP" dirty="0"/>
          </a:p>
          <a:p>
            <a:pPr marL="0" indent="0">
              <a:buNone/>
            </a:pPr>
            <a:endParaRPr lang="en-US" altLang="ja-JP" dirty="0"/>
          </a:p>
          <a:p>
            <a:pPr marL="0" indent="0">
              <a:buNone/>
            </a:pPr>
            <a:r>
              <a:rPr lang="ja-JP" altLang="en-US" dirty="0"/>
              <a:t>言語の学習が捗った</a:t>
            </a:r>
            <a:endParaRPr lang="en-US" altLang="ja-JP" dirty="0"/>
          </a:p>
          <a:p>
            <a:pPr marL="0" indent="0">
              <a:buNone/>
            </a:pPr>
            <a:endParaRPr lang="en-US" altLang="ja-JP" dirty="0"/>
          </a:p>
          <a:p>
            <a:pPr marL="0" indent="0">
              <a:buNone/>
            </a:pPr>
            <a:r>
              <a:rPr lang="en-US" altLang="ja-JP" dirty="0"/>
              <a:t>JavaScript</a:t>
            </a:r>
            <a:r>
              <a:rPr lang="ja-JP" altLang="en-US" dirty="0"/>
              <a:t>研修</a:t>
            </a:r>
            <a:endParaRPr lang="en-US" altLang="ja-JP" dirty="0"/>
          </a:p>
          <a:p>
            <a:pPr marL="0" indent="0">
              <a:buNone/>
            </a:pPr>
            <a:endParaRPr lang="en-US" altLang="ja-JP" dirty="0"/>
          </a:p>
          <a:p>
            <a:pPr marL="0" indent="0">
              <a:buNone/>
            </a:pPr>
            <a:r>
              <a:rPr lang="ja-JP" altLang="en-US" dirty="0"/>
              <a:t>⇒　技術本の写経　＋　自主制作</a:t>
            </a:r>
            <a:r>
              <a:rPr lang="en-US" altLang="ja-JP" dirty="0"/>
              <a:t>Web</a:t>
            </a:r>
            <a:r>
              <a:rPr lang="ja-JP" altLang="en-US" dirty="0"/>
              <a:t>サイト（追加課題）</a:t>
            </a:r>
            <a:endParaRPr lang="en-US" altLang="ja-JP" dirty="0"/>
          </a:p>
          <a:p>
            <a:pPr marL="0" indent="0">
              <a:buNone/>
            </a:pPr>
            <a:endParaRPr kumimoji="1" lang="en-US" altLang="ja-JP" dirty="0"/>
          </a:p>
          <a:p>
            <a:pPr marL="0" indent="0">
              <a:buNone/>
            </a:pPr>
            <a:r>
              <a:rPr kumimoji="1" lang="ja-JP" altLang="en-US" dirty="0"/>
              <a:t>思うようにうまくいかなかった</a:t>
            </a:r>
          </a:p>
        </p:txBody>
      </p:sp>
    </p:spTree>
    <p:extLst>
      <p:ext uri="{BB962C8B-B14F-4D97-AF65-F5344CB8AC3E}">
        <p14:creationId xmlns:p14="http://schemas.microsoft.com/office/powerpoint/2010/main" val="1731941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497969-A426-265D-EFAC-7338B14A9EB1}"/>
              </a:ext>
            </a:extLst>
          </p:cNvPr>
          <p:cNvSpPr>
            <a:spLocks noGrp="1"/>
          </p:cNvSpPr>
          <p:nvPr>
            <p:ph type="title"/>
          </p:nvPr>
        </p:nvSpPr>
        <p:spPr/>
        <p:txBody>
          <a:bodyPr/>
          <a:lstStyle/>
          <a:p>
            <a:r>
              <a:rPr kumimoji="1" lang="ja-JP" altLang="en-US"/>
              <a:t>分析</a:t>
            </a:r>
            <a:endParaRPr kumimoji="1" lang="ja-JP" altLang="en-US" dirty="0"/>
          </a:p>
        </p:txBody>
      </p:sp>
      <p:sp>
        <p:nvSpPr>
          <p:cNvPr id="3" name="コンテンツ プレースホルダー 2">
            <a:extLst>
              <a:ext uri="{FF2B5EF4-FFF2-40B4-BE49-F238E27FC236}">
                <a16:creationId xmlns:a16="http://schemas.microsoft.com/office/drawing/2014/main" id="{8ED87DDF-E091-223C-0B04-B25C0AEAC0E0}"/>
              </a:ext>
            </a:extLst>
          </p:cNvPr>
          <p:cNvSpPr>
            <a:spLocks noGrp="1"/>
          </p:cNvSpPr>
          <p:nvPr>
            <p:ph sz="quarter" idx="10"/>
          </p:nvPr>
        </p:nvSpPr>
        <p:spPr/>
        <p:txBody>
          <a:bodyPr/>
          <a:lstStyle/>
          <a:p>
            <a:r>
              <a:rPr kumimoji="1" lang="ja-JP" altLang="en-US" dirty="0"/>
              <a:t>なぜうまく学習できなかったのか、</a:t>
            </a:r>
            <a:endParaRPr kumimoji="1" lang="en-US" altLang="ja-JP" dirty="0"/>
          </a:p>
          <a:p>
            <a:endParaRPr lang="en-US" altLang="ja-JP" dirty="0"/>
          </a:p>
          <a:p>
            <a:endParaRPr kumimoji="1" lang="en-US" altLang="ja-JP" dirty="0"/>
          </a:p>
          <a:p>
            <a:pPr marL="0" indent="0">
              <a:buNone/>
            </a:pPr>
            <a:r>
              <a:rPr lang="ja-JP" altLang="en-US" dirty="0"/>
              <a:t>メモを自主的にとっていなかった。</a:t>
            </a:r>
            <a:endParaRPr lang="en-US" altLang="ja-JP" dirty="0"/>
          </a:p>
          <a:p>
            <a:pPr marL="0" indent="0">
              <a:buNone/>
            </a:pPr>
            <a:r>
              <a:rPr kumimoji="1" lang="ja-JP" altLang="en-US" dirty="0"/>
              <a:t>ただメモを取るだけでなく一日の目標や作業量の管理を自主的に行っていなかった。</a:t>
            </a:r>
            <a:endParaRPr kumimoji="1" lang="en-US" altLang="ja-JP" dirty="0"/>
          </a:p>
          <a:p>
            <a:pPr marL="0" indent="0">
              <a:buNone/>
            </a:pPr>
            <a:endParaRPr lang="en-US" altLang="ja-JP" dirty="0"/>
          </a:p>
          <a:p>
            <a:pPr marL="0" indent="0">
              <a:buNone/>
            </a:pPr>
            <a:r>
              <a:rPr kumimoji="1" lang="ja-JP" altLang="en-US" dirty="0"/>
              <a:t>メモや自己管理を徹底していなかったから学習が中途半端だったのではないか？</a:t>
            </a:r>
            <a:endParaRPr kumimoji="1" lang="en-US" altLang="ja-JP" dirty="0"/>
          </a:p>
          <a:p>
            <a:pPr marL="0" indent="0">
              <a:buNone/>
            </a:pPr>
            <a:endParaRPr lang="en-US" altLang="ja-JP" dirty="0"/>
          </a:p>
          <a:p>
            <a:pPr marL="0" indent="0">
              <a:buNone/>
            </a:pPr>
            <a:r>
              <a:rPr kumimoji="1" lang="ja-JP" altLang="en-US" dirty="0"/>
              <a:t>⇒メモ魔になろう！</a:t>
            </a:r>
            <a:endParaRPr kumimoji="1" lang="en-US" altLang="ja-JP" dirty="0"/>
          </a:p>
          <a:p>
            <a:pPr marL="0" indent="0">
              <a:buNone/>
            </a:pPr>
            <a:endParaRPr lang="en-US" altLang="ja-JP" dirty="0"/>
          </a:p>
          <a:p>
            <a:pPr marL="0" indent="0">
              <a:buNone/>
            </a:pPr>
            <a:r>
              <a:rPr kumimoji="1" lang="ja-JP" altLang="en-US" dirty="0"/>
              <a:t>一日の目標、タスクをメモ</a:t>
            </a:r>
            <a:endParaRPr kumimoji="1" lang="en-US" altLang="ja-JP" dirty="0"/>
          </a:p>
          <a:p>
            <a:pPr marL="0" indent="0">
              <a:buNone/>
            </a:pPr>
            <a:r>
              <a:rPr kumimoji="1" lang="ja-JP" altLang="en-US" dirty="0"/>
              <a:t>わからなかったこと、学習したことをメモ</a:t>
            </a:r>
          </a:p>
        </p:txBody>
      </p:sp>
    </p:spTree>
    <p:extLst>
      <p:ext uri="{BB962C8B-B14F-4D97-AF65-F5344CB8AC3E}">
        <p14:creationId xmlns:p14="http://schemas.microsoft.com/office/powerpoint/2010/main" val="4043158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295007-4099-1F4A-28F2-EE2D47B9E84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C333F14A-5894-68A0-732A-9A7E179C382D}"/>
              </a:ext>
            </a:extLst>
          </p:cNvPr>
          <p:cNvSpPr>
            <a:spLocks noGrp="1"/>
          </p:cNvSpPr>
          <p:nvPr>
            <p:ph sz="quarter" idx="10"/>
          </p:nvPr>
        </p:nvSpPr>
        <p:spPr/>
        <p:txBody>
          <a:bodyPr/>
          <a:lstStyle/>
          <a:p>
            <a:r>
              <a:rPr kumimoji="1" lang="ja-JP" altLang="en-US" dirty="0"/>
              <a:t>それを行うことによって起こった実績</a:t>
            </a:r>
            <a:endParaRPr kumimoji="1" lang="en-US" altLang="ja-JP" dirty="0"/>
          </a:p>
          <a:p>
            <a:endParaRPr lang="en-US" altLang="ja-JP" dirty="0"/>
          </a:p>
          <a:p>
            <a:pPr marL="0" indent="0">
              <a:buNone/>
            </a:pPr>
            <a:r>
              <a:rPr kumimoji="1" lang="ja-JP" altLang="en-US" dirty="0"/>
              <a:t>いくつかの変化　</a:t>
            </a:r>
            <a:endParaRPr kumimoji="1" lang="en-US" altLang="ja-JP" dirty="0"/>
          </a:p>
          <a:p>
            <a:pPr marL="0" indent="0">
              <a:buNone/>
            </a:pPr>
            <a:r>
              <a:rPr lang="ja-JP" altLang="en-US" dirty="0"/>
              <a:t>作業の迷いが減り、判断が早くなった。</a:t>
            </a:r>
            <a:endParaRPr lang="en-US" altLang="ja-JP" dirty="0"/>
          </a:p>
          <a:p>
            <a:pPr marL="0" indent="0">
              <a:buNone/>
            </a:pPr>
            <a:r>
              <a:rPr lang="ja-JP" altLang="en-US" dirty="0"/>
              <a:t>・指示待ちではなく</a:t>
            </a:r>
            <a:r>
              <a:rPr kumimoji="1" lang="en-US" altLang="ja-JP" dirty="0"/>
              <a:t>WBS</a:t>
            </a:r>
            <a:r>
              <a:rPr kumimoji="1" lang="ja-JP" altLang="en-US" dirty="0"/>
              <a:t>や自分のメモから次のタスクを拾えるようになった</a:t>
            </a:r>
          </a:p>
        </p:txBody>
      </p:sp>
    </p:spTree>
    <p:extLst>
      <p:ext uri="{BB962C8B-B14F-4D97-AF65-F5344CB8AC3E}">
        <p14:creationId xmlns:p14="http://schemas.microsoft.com/office/powerpoint/2010/main" val="2787449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34309D-9D50-422B-244B-3C5F5B3783DE}"/>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7B0296DC-3E18-A3D8-B634-D3AD39469B32}"/>
              </a:ext>
            </a:extLst>
          </p:cNvPr>
          <p:cNvSpPr>
            <a:spLocks noGrp="1"/>
          </p:cNvSpPr>
          <p:nvPr>
            <p:ph sz="quarter" idx="10"/>
          </p:nvPr>
        </p:nvSpPr>
        <p:spPr/>
        <p:txBody>
          <a:bodyPr/>
          <a:lstStyle/>
          <a:p>
            <a:r>
              <a:rPr kumimoji="1" lang="en-US" altLang="ja-JP" dirty="0"/>
              <a:t>WBS</a:t>
            </a:r>
            <a:r>
              <a:rPr lang="ja-JP" altLang="en-US" dirty="0"/>
              <a:t>での予定開始日、実績開始日の乖離がなくなった</a:t>
            </a:r>
            <a:endParaRPr lang="en-US" altLang="ja-JP" dirty="0"/>
          </a:p>
          <a:p>
            <a:endParaRPr kumimoji="1" lang="en-US" altLang="ja-JP" dirty="0"/>
          </a:p>
          <a:p>
            <a:pPr marL="0" indent="0">
              <a:buNone/>
            </a:pPr>
            <a:r>
              <a:rPr lang="ja-JP" altLang="en-US" dirty="0"/>
              <a:t>⇒予定開始日、予定終了日通りのタスクの実施</a:t>
            </a:r>
            <a:endParaRPr lang="en-US" altLang="ja-JP" dirty="0"/>
          </a:p>
          <a:p>
            <a:pPr marL="0" indent="0">
              <a:buNone/>
            </a:pPr>
            <a:endParaRPr kumimoji="1" lang="en-US" altLang="ja-JP" dirty="0"/>
          </a:p>
          <a:p>
            <a:pPr marL="0" indent="0">
              <a:buNone/>
            </a:pPr>
            <a:r>
              <a:rPr lang="ja-JP" altLang="en-US" dirty="0"/>
              <a:t>わからない技術は即調査</a:t>
            </a:r>
            <a:endParaRPr lang="en-US" altLang="ja-JP" dirty="0"/>
          </a:p>
          <a:p>
            <a:pPr marL="0" indent="0">
              <a:buNone/>
            </a:pPr>
            <a:r>
              <a:rPr kumimoji="1" lang="ja-JP" altLang="en-US" dirty="0"/>
              <a:t>そしてメモ、未来への自分へヒントを残す　→　習慣化</a:t>
            </a:r>
            <a:endParaRPr kumimoji="1" lang="en-US" altLang="ja-JP" dirty="0"/>
          </a:p>
          <a:p>
            <a:pPr marL="0" indent="0">
              <a:buNone/>
            </a:pPr>
            <a:endParaRPr lang="en-US" altLang="ja-JP" dirty="0"/>
          </a:p>
          <a:p>
            <a:pPr marL="0" indent="0">
              <a:buNone/>
            </a:pPr>
            <a:r>
              <a:rPr kumimoji="1" lang="ja-JP" altLang="en-US" dirty="0"/>
              <a:t>最終的に</a:t>
            </a:r>
            <a:r>
              <a:rPr kumimoji="1" lang="en-US" altLang="ja-JP" dirty="0"/>
              <a:t>PRJ</a:t>
            </a:r>
            <a:r>
              <a:rPr kumimoji="1" lang="ja-JP" altLang="en-US" dirty="0"/>
              <a:t>を二つ掛け持ちできるまで成長しました。</a:t>
            </a:r>
          </a:p>
        </p:txBody>
      </p:sp>
    </p:spTree>
    <p:extLst>
      <p:ext uri="{BB962C8B-B14F-4D97-AF65-F5344CB8AC3E}">
        <p14:creationId xmlns:p14="http://schemas.microsoft.com/office/powerpoint/2010/main" val="544376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C6D146-6BC9-E2BF-303B-1BCC3B49CDE3}"/>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6E99BA25-4792-4E7D-60C9-4A15D0F11A7D}"/>
              </a:ext>
            </a:extLst>
          </p:cNvPr>
          <p:cNvSpPr>
            <a:spLocks noGrp="1"/>
          </p:cNvSpPr>
          <p:nvPr>
            <p:ph sz="quarter" idx="10"/>
          </p:nvPr>
        </p:nvSpPr>
        <p:spPr/>
        <p:txBody>
          <a:bodyPr/>
          <a:lstStyle/>
          <a:p>
            <a:endParaRPr kumimoji="1" lang="ja-JP" altLang="en-US"/>
          </a:p>
        </p:txBody>
      </p:sp>
    </p:spTree>
    <p:extLst>
      <p:ext uri="{BB962C8B-B14F-4D97-AF65-F5344CB8AC3E}">
        <p14:creationId xmlns:p14="http://schemas.microsoft.com/office/powerpoint/2010/main" val="4077342406"/>
      </p:ext>
    </p:extLst>
  </p:cSld>
  <p:clrMapOvr>
    <a:masterClrMapping/>
  </p:clrMapOvr>
</p:sld>
</file>

<file path=ppt/theme/theme1.xml><?xml version="1.0" encoding="utf-8"?>
<a:theme xmlns:a="http://schemas.openxmlformats.org/drawingml/2006/main" name="Nomal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chestratedfont_2015">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1" dirty="0">
            <a:latin typeface="+mj-ea"/>
            <a:ea typeface="+mj-ea"/>
          </a:defRPr>
        </a:defPPr>
      </a:lstStyle>
    </a:spDef>
    <a:lnDef>
      <a:spPr bwMode="auto">
        <a:solidFill>
          <a:schemeClr val="bg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a:lstStyle/>
    </a:lnDef>
  </a:objectDefaults>
  <a:extraClrSchemeLst>
    <a:extraClrScheme>
      <a:clrScheme name="1_stream_st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ream_st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ream_st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ream_st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ream_st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ream_st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ream_st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ream_st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ream_st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ream_st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ream_st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ream_st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ream_stn 13">
        <a:dk1>
          <a:srgbClr val="000000"/>
        </a:dk1>
        <a:lt1>
          <a:srgbClr val="FFFFFF"/>
        </a:lt1>
        <a:dk2>
          <a:srgbClr val="000000"/>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
      <a:clrScheme name="1_stream_stn 14">
        <a:dk1>
          <a:srgbClr val="000000"/>
        </a:dk1>
        <a:lt1>
          <a:srgbClr val="FFFFFF"/>
        </a:lt1>
        <a:dk2>
          <a:srgbClr val="000066"/>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FIDENTIAL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chestratedfont_2015">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1" dirty="0">
            <a:latin typeface="+mj-ea"/>
            <a:ea typeface="+mj-ea"/>
          </a:defRPr>
        </a:defPPr>
      </a:lstStyle>
    </a:spDef>
    <a:lnDef>
      <a:spPr bwMode="auto">
        <a:solidFill>
          <a:schemeClr val="bg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a:lstStyle/>
    </a:lnDef>
  </a:objectDefaults>
  <a:extraClrSchemeLst>
    <a:extraClrScheme>
      <a:clrScheme name="1_stream_st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ream_st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ream_st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ream_st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ream_st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ream_st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ream_st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ream_st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ream_st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ream_st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ream_st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ream_st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ream_stn 13">
        <a:dk1>
          <a:srgbClr val="000000"/>
        </a:dk1>
        <a:lt1>
          <a:srgbClr val="FFFFFF"/>
        </a:lt1>
        <a:dk2>
          <a:srgbClr val="000000"/>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
      <a:clrScheme name="1_stream_stn 14">
        <a:dk1>
          <a:srgbClr val="000000"/>
        </a:dk1>
        <a:lt1>
          <a:srgbClr val="FFFFFF"/>
        </a:lt1>
        <a:dk2>
          <a:srgbClr val="000066"/>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RESTRICTED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chestratedfont_2015">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1" dirty="0">
            <a:latin typeface="+mj-ea"/>
            <a:ea typeface="+mj-ea"/>
          </a:defRPr>
        </a:defPPr>
      </a:lstStyle>
    </a:spDef>
    <a:lnDef>
      <a:spPr bwMode="auto">
        <a:solidFill>
          <a:schemeClr val="bg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a:lstStyle/>
    </a:lnDef>
  </a:objectDefaults>
  <a:extraClrSchemeLst>
    <a:extraClrScheme>
      <a:clrScheme name="1_stream_st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ream_st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ream_st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ream_st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ream_st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ream_st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ream_st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ream_st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ream_st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ream_st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ream_st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ream_st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ream_stn 13">
        <a:dk1>
          <a:srgbClr val="000000"/>
        </a:dk1>
        <a:lt1>
          <a:srgbClr val="FFFFFF"/>
        </a:lt1>
        <a:dk2>
          <a:srgbClr val="000000"/>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
      <a:clrScheme name="1_stream_stn 14">
        <a:dk1>
          <a:srgbClr val="000000"/>
        </a:dk1>
        <a:lt1>
          <a:srgbClr val="FFFFFF"/>
        </a:lt1>
        <a:dk2>
          <a:srgbClr val="000066"/>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CAL Internal Use Only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chestratedfont_2015">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1" dirty="0">
            <a:latin typeface="+mj-ea"/>
            <a:ea typeface="+mj-ea"/>
          </a:defRPr>
        </a:defPPr>
      </a:lstStyle>
    </a:spDef>
    <a:lnDef>
      <a:spPr bwMode="auto">
        <a:solidFill>
          <a:schemeClr val="bg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a:lstStyle/>
    </a:lnDef>
  </a:objectDefaults>
  <a:extraClrSchemeLst>
    <a:extraClrScheme>
      <a:clrScheme name="1_stream_st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ream_st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ream_st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ream_st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ream_st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ream_st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ream_st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ream_st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ream_st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ream_st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ream_st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ream_st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ream_stn 13">
        <a:dk1>
          <a:srgbClr val="000000"/>
        </a:dk1>
        <a:lt1>
          <a:srgbClr val="FFFFFF"/>
        </a:lt1>
        <a:dk2>
          <a:srgbClr val="000000"/>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
      <a:clrScheme name="1_stream_stn 14">
        <a:dk1>
          <a:srgbClr val="000000"/>
        </a:dk1>
        <a:lt1>
          <a:srgbClr val="FFFFFF"/>
        </a:lt1>
        <a:dk2>
          <a:srgbClr val="000066"/>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テーマ">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orchestratedfont_2015">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 ??"/>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 ??"/>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FF7ADABD4856E43820B5FB28D5D6445" ma:contentTypeVersion="15" ma:contentTypeDescription="新しいドキュメントを作成します。" ma:contentTypeScope="" ma:versionID="aee7a2d05d07833fe8caf347490b7769">
  <xsd:schema xmlns:xsd="http://www.w3.org/2001/XMLSchema" xmlns:xs="http://www.w3.org/2001/XMLSchema" xmlns:p="http://schemas.microsoft.com/office/2006/metadata/properties" xmlns:ns2="4398b4c7-9294-4cd4-89b9-cac147447cd0" xmlns:ns3="93942ff1-c23b-4ac4-a187-f9736368896f" targetNamespace="http://schemas.microsoft.com/office/2006/metadata/properties" ma:root="true" ma:fieldsID="8a520211c942791bfa9717626179c47a" ns2:_="" ns3:_="">
    <xsd:import namespace="4398b4c7-9294-4cd4-89b9-cac147447cd0"/>
    <xsd:import namespace="93942ff1-c23b-4ac4-a187-f973636889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98b4c7-9294-4cd4-89b9-cac147447c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64e27434-981f-4e7e-bd7c-cf2a6c79cf9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942ff1-c23b-4ac4-a187-f9736368896f"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d6da4b70-3183-48b2-ba39-698434f2ea8c}" ma:internalName="TaxCatchAll" ma:showField="CatchAllData" ma:web="93942ff1-c23b-4ac4-a187-f9736368896f">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3942ff1-c23b-4ac4-a187-f9736368896f" xsi:nil="true"/>
    <lcf76f155ced4ddcb4097134ff3c332f xmlns="4398b4c7-9294-4cd4-89b9-cac147447cd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2878EDF-F8EA-4817-93D9-675C665F7E9C}">
  <ds:schemaRefs>
    <ds:schemaRef ds:uri="4398b4c7-9294-4cd4-89b9-cac147447cd0"/>
    <ds:schemaRef ds:uri="93942ff1-c23b-4ac4-a187-f9736368896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4F14E2B-5743-43E4-9671-43415E7114F7}">
  <ds:schemaRefs>
    <ds:schemaRef ds:uri="http://schemas.microsoft.com/sharepoint/v3/contenttype/forms"/>
  </ds:schemaRefs>
</ds:datastoreItem>
</file>

<file path=customXml/itemProps3.xml><?xml version="1.0" encoding="utf-8"?>
<ds:datastoreItem xmlns:ds="http://schemas.openxmlformats.org/officeDocument/2006/customXml" ds:itemID="{045169D0-4399-4772-A0E1-DE697C984D3B}">
  <ds:schemaRefs>
    <ds:schemaRef ds:uri="4398b4c7-9294-4cd4-89b9-cac147447cd0"/>
    <ds:schemaRef ds:uri="93942ff1-c23b-4ac4-a187-f9736368896f"/>
    <ds:schemaRef ds:uri="9b8aab45-b2e8-404a-98f1-0d4b7471ab0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4"/>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3996</TotalTime>
  <Words>436</Words>
  <Application>Microsoft Office PowerPoint</Application>
  <PresentationFormat>ワイド画面</PresentationFormat>
  <Paragraphs>71</Paragraphs>
  <Slides>8</Slides>
  <Notes>6</Notes>
  <HiddenSlides>0</HiddenSlides>
  <MMClips>0</MMClips>
  <ScaleCrop>false</ScaleCrop>
  <HeadingPairs>
    <vt:vector size="6" baseType="variant">
      <vt:variant>
        <vt:lpstr>使用されているフォント</vt:lpstr>
      </vt:variant>
      <vt:variant>
        <vt:i4>6</vt:i4>
      </vt:variant>
      <vt:variant>
        <vt:lpstr>テーマ</vt:lpstr>
      </vt:variant>
      <vt:variant>
        <vt:i4>4</vt:i4>
      </vt:variant>
      <vt:variant>
        <vt:lpstr>スライド タイトル</vt:lpstr>
      </vt:variant>
      <vt:variant>
        <vt:i4>8</vt:i4>
      </vt:variant>
    </vt:vector>
  </HeadingPairs>
  <TitlesOfParts>
    <vt:vector size="18" baseType="lpstr">
      <vt:lpstr>HGP創英角ｺﾞｼｯｸUB</vt:lpstr>
      <vt:lpstr>メイリオ</vt:lpstr>
      <vt:lpstr>Arial</vt:lpstr>
      <vt:lpstr>Arial Black</vt:lpstr>
      <vt:lpstr>Calibri</vt:lpstr>
      <vt:lpstr>Wingdings</vt:lpstr>
      <vt:lpstr>Nomal版</vt:lpstr>
      <vt:lpstr>CONFIDENTIAL版</vt:lpstr>
      <vt:lpstr>RESTRICTED版</vt:lpstr>
      <vt:lpstr>CAL Internal Use Only版</vt:lpstr>
      <vt:lpstr>「不安から自走へ」― メモと自己管理で変えた働き方</vt:lpstr>
      <vt:lpstr>入社後～3ヵ月の不安</vt:lpstr>
      <vt:lpstr>不安を持ったまま初めて参加した研修</vt:lpstr>
      <vt:lpstr>PowerPoint プレゼンテーション</vt:lpstr>
      <vt:lpstr>分析</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1134140108610</dc:creator>
  <cp:lastModifiedBy>アルバレズ　ホイヤー</cp:lastModifiedBy>
  <cp:revision>34</cp:revision>
  <cp:lastPrinted>2019-10-10T08:00:30Z</cp:lastPrinted>
  <dcterms:created xsi:type="dcterms:W3CDTF">2015-04-16T03:28:40Z</dcterms:created>
  <dcterms:modified xsi:type="dcterms:W3CDTF">2026-02-05T02:20:55Z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0x010100C03BA0C6BF1BEB46AA3D4BE19A62DE3E</vt:lpwstr>
  </property>
  <property fmtid="{D5CDD505-2E9C-101B-9397-08002B2CF9AE}" pid="3" name="MediaServiceImageTags">
    <vt:lpwstr/>
  </property>
</Properties>
</file>